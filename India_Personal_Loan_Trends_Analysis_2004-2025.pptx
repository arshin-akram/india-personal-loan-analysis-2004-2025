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4"/>
  </p:sldMasterIdLst>
  <p:notesMasterIdLst>
    <p:notesMasterId r:id="rId13"/>
  </p:notesMasterIdLst>
  <p:handoutMasterIdLst>
    <p:handoutMasterId r:id="rId14"/>
  </p:handoutMasterIdLst>
  <p:sldIdLst>
    <p:sldId id="1520" r:id="rId5"/>
    <p:sldId id="1519" r:id="rId6"/>
    <p:sldId id="1529" r:id="rId7"/>
    <p:sldId id="1544" r:id="rId8"/>
    <p:sldId id="1545" r:id="rId9"/>
    <p:sldId id="1546" r:id="rId10"/>
    <p:sldId id="1547" r:id="rId11"/>
    <p:sldId id="153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D0305-D027-4357-8ECE-4F9B523D9EDF}" v="72" dt="2026-04-13T08:53:36.175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57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n Akram" userId="0950abbc4dc5f4bc" providerId="LiveId" clId="{5BEF7DA1-9454-4ADD-A3DC-26ECD5572D6E}"/>
    <pc:docChg chg="undo redo custSel addSld delSld modSld">
      <pc:chgData name="Arshin Akram" userId="0950abbc4dc5f4bc" providerId="LiveId" clId="{5BEF7DA1-9454-4ADD-A3DC-26ECD5572D6E}" dt="2026-04-13T09:01:14.987" v="738" actId="20577"/>
      <pc:docMkLst>
        <pc:docMk/>
      </pc:docMkLst>
      <pc:sldChg chg="del">
        <pc:chgData name="Arshin Akram" userId="0950abbc4dc5f4bc" providerId="LiveId" clId="{5BEF7DA1-9454-4ADD-A3DC-26ECD5572D6E}" dt="2026-04-13T07:38:42.427" v="571" actId="47"/>
        <pc:sldMkLst>
          <pc:docMk/>
          <pc:sldMk cId="1135043495" sldId="1506"/>
        </pc:sldMkLst>
      </pc:sldChg>
      <pc:sldChg chg="del">
        <pc:chgData name="Arshin Akram" userId="0950abbc4dc5f4bc" providerId="LiveId" clId="{5BEF7DA1-9454-4ADD-A3DC-26ECD5572D6E}" dt="2026-04-13T07:38:46.752" v="573" actId="47"/>
        <pc:sldMkLst>
          <pc:docMk/>
          <pc:sldMk cId="2888046800" sldId="1517"/>
        </pc:sldMkLst>
      </pc:sldChg>
      <pc:sldChg chg="addSp delSp modSp mod">
        <pc:chgData name="Arshin Akram" userId="0950abbc4dc5f4bc" providerId="LiveId" clId="{5BEF7DA1-9454-4ADD-A3DC-26ECD5572D6E}" dt="2026-04-13T08:53:23.021" v="698" actId="14100"/>
        <pc:sldMkLst>
          <pc:docMk/>
          <pc:sldMk cId="1669700583" sldId="1519"/>
        </pc:sldMkLst>
        <pc:spChg chg="mod">
          <ac:chgData name="Arshin Akram" userId="0950abbc4dc5f4bc" providerId="LiveId" clId="{5BEF7DA1-9454-4ADD-A3DC-26ECD5572D6E}" dt="2026-04-13T08:53:23.021" v="698" actId="14100"/>
          <ac:spMkLst>
            <pc:docMk/>
            <pc:sldMk cId="1669700583" sldId="1519"/>
            <ac:spMk id="4" creationId="{E090136D-CAF0-3806-280E-572511B78428}"/>
          </ac:spMkLst>
        </pc:spChg>
        <pc:spChg chg="mod">
          <ac:chgData name="Arshin Akram" userId="0950abbc4dc5f4bc" providerId="LiveId" clId="{5BEF7DA1-9454-4ADD-A3DC-26ECD5572D6E}" dt="2026-04-13T04:33:22.499" v="176"/>
          <ac:spMkLst>
            <pc:docMk/>
            <pc:sldMk cId="1669700583" sldId="1519"/>
            <ac:spMk id="6" creationId="{7861794F-455F-1D28-6D76-62761057300E}"/>
          </ac:spMkLst>
        </pc:spChg>
        <pc:spChg chg="add del mod">
          <ac:chgData name="Arshin Akram" userId="0950abbc4dc5f4bc" providerId="LiveId" clId="{5BEF7DA1-9454-4ADD-A3DC-26ECD5572D6E}" dt="2026-04-13T04:25:21.596" v="164" actId="478"/>
          <ac:spMkLst>
            <pc:docMk/>
            <pc:sldMk cId="1669700583" sldId="1519"/>
            <ac:spMk id="8" creationId="{68CE7B1F-DCBE-BB6E-F632-F8542D962EBE}"/>
          </ac:spMkLst>
        </pc:spChg>
        <pc:spChg chg="add del mod">
          <ac:chgData name="Arshin Akram" userId="0950abbc4dc5f4bc" providerId="LiveId" clId="{5BEF7DA1-9454-4ADD-A3DC-26ECD5572D6E}" dt="2026-04-13T04:25:29.190" v="167" actId="478"/>
          <ac:spMkLst>
            <pc:docMk/>
            <pc:sldMk cId="1669700583" sldId="1519"/>
            <ac:spMk id="9" creationId="{3A6FAF84-8008-14B8-1501-3ABB7F786A94}"/>
          </ac:spMkLst>
        </pc:spChg>
        <pc:spChg chg="add">
          <ac:chgData name="Arshin Akram" userId="0950abbc4dc5f4bc" providerId="LiveId" clId="{5BEF7DA1-9454-4ADD-A3DC-26ECD5572D6E}" dt="2026-04-13T04:25:35.947" v="171"/>
          <ac:spMkLst>
            <pc:docMk/>
            <pc:sldMk cId="1669700583" sldId="1519"/>
            <ac:spMk id="10" creationId="{D8477619-C135-5863-0EAB-F591AA458D60}"/>
          </ac:spMkLst>
        </pc:spChg>
        <pc:spChg chg="add">
          <ac:chgData name="Arshin Akram" userId="0950abbc4dc5f4bc" providerId="LiveId" clId="{5BEF7DA1-9454-4ADD-A3DC-26ECD5572D6E}" dt="2026-04-13T04:25:39.107" v="173"/>
          <ac:spMkLst>
            <pc:docMk/>
            <pc:sldMk cId="1669700583" sldId="1519"/>
            <ac:spMk id="11" creationId="{891AD872-1F31-7428-A8CD-56B3BEE86353}"/>
          </ac:spMkLst>
        </pc:spChg>
      </pc:sldChg>
      <pc:sldChg chg="addSp delSp modSp mod">
        <pc:chgData name="Arshin Akram" userId="0950abbc4dc5f4bc" providerId="LiveId" clId="{5BEF7DA1-9454-4ADD-A3DC-26ECD5572D6E}" dt="2026-04-13T04:24:13.649" v="56" actId="120"/>
        <pc:sldMkLst>
          <pc:docMk/>
          <pc:sldMk cId="3861260505" sldId="1520"/>
        </pc:sldMkLst>
        <pc:spChg chg="mod">
          <ac:chgData name="Arshin Akram" userId="0950abbc4dc5f4bc" providerId="LiveId" clId="{5BEF7DA1-9454-4ADD-A3DC-26ECD5572D6E}" dt="2026-04-13T04:22:11.157" v="46" actId="14100"/>
          <ac:spMkLst>
            <pc:docMk/>
            <pc:sldMk cId="3861260505" sldId="1520"/>
            <ac:spMk id="2" creationId="{DA63F593-8992-5466-53D3-61D47BCCB3F0}"/>
          </ac:spMkLst>
        </pc:spChg>
        <pc:spChg chg="add del mod">
          <ac:chgData name="Arshin Akram" userId="0950abbc4dc5f4bc" providerId="LiveId" clId="{5BEF7DA1-9454-4ADD-A3DC-26ECD5572D6E}" dt="2026-04-13T04:16:41.339" v="6" actId="478"/>
          <ac:spMkLst>
            <pc:docMk/>
            <pc:sldMk cId="3861260505" sldId="1520"/>
            <ac:spMk id="5" creationId="{16B3B35D-E705-18A4-3853-19A8F64170EF}"/>
          </ac:spMkLst>
        </pc:spChg>
        <pc:spChg chg="add del mod">
          <ac:chgData name="Arshin Akram" userId="0950abbc4dc5f4bc" providerId="LiveId" clId="{5BEF7DA1-9454-4ADD-A3DC-26ECD5572D6E}" dt="2026-04-13T04:19:40.589" v="34" actId="478"/>
          <ac:spMkLst>
            <pc:docMk/>
            <pc:sldMk cId="3861260505" sldId="1520"/>
            <ac:spMk id="8" creationId="{E9F80D8F-0C49-D9FB-3256-9F5E1ABEFB2E}"/>
          </ac:spMkLst>
        </pc:spChg>
        <pc:spChg chg="add mod">
          <ac:chgData name="Arshin Akram" userId="0950abbc4dc5f4bc" providerId="LiveId" clId="{5BEF7DA1-9454-4ADD-A3DC-26ECD5572D6E}" dt="2026-04-13T04:24:13.649" v="56" actId="120"/>
          <ac:spMkLst>
            <pc:docMk/>
            <pc:sldMk cId="3861260505" sldId="1520"/>
            <ac:spMk id="9" creationId="{AAD61F6B-E583-47EB-C501-4503ECAE1D2E}"/>
          </ac:spMkLst>
        </pc:spChg>
        <pc:picChg chg="del">
          <ac:chgData name="Arshin Akram" userId="0950abbc4dc5f4bc" providerId="LiveId" clId="{5BEF7DA1-9454-4ADD-A3DC-26ECD5572D6E}" dt="2026-04-13T04:16:19.705" v="1" actId="478"/>
          <ac:picMkLst>
            <pc:docMk/>
            <pc:sldMk cId="3861260505" sldId="1520"/>
            <ac:picMk id="6" creationId="{CDF915E2-DA2D-9F9D-A5CB-B463AC4E92F9}"/>
          </ac:picMkLst>
        </pc:picChg>
      </pc:sldChg>
      <pc:sldChg chg="del">
        <pc:chgData name="Arshin Akram" userId="0950abbc4dc5f4bc" providerId="LiveId" clId="{5BEF7DA1-9454-4ADD-A3DC-26ECD5572D6E}" dt="2026-04-13T07:38:35.843" v="569" actId="47"/>
        <pc:sldMkLst>
          <pc:docMk/>
          <pc:sldMk cId="1255718770" sldId="1525"/>
        </pc:sldMkLst>
      </pc:sldChg>
      <pc:sldChg chg="del">
        <pc:chgData name="Arshin Akram" userId="0950abbc4dc5f4bc" providerId="LiveId" clId="{5BEF7DA1-9454-4ADD-A3DC-26ECD5572D6E}" dt="2026-04-13T07:38:17.155" v="566" actId="2696"/>
        <pc:sldMkLst>
          <pc:docMk/>
          <pc:sldMk cId="3117562759" sldId="1526"/>
        </pc:sldMkLst>
      </pc:sldChg>
      <pc:sldChg chg="modSp mod">
        <pc:chgData name="Arshin Akram" userId="0950abbc4dc5f4bc" providerId="LiveId" clId="{5BEF7DA1-9454-4ADD-A3DC-26ECD5572D6E}" dt="2026-04-13T06:21:01.792" v="447" actId="2711"/>
        <pc:sldMkLst>
          <pc:docMk/>
          <pc:sldMk cId="2782047099" sldId="1529"/>
        </pc:sldMkLst>
        <pc:spChg chg="mod">
          <ac:chgData name="Arshin Akram" userId="0950abbc4dc5f4bc" providerId="LiveId" clId="{5BEF7DA1-9454-4ADD-A3DC-26ECD5572D6E}" dt="2026-04-13T04:22:49.235" v="55" actId="20577"/>
          <ac:spMkLst>
            <pc:docMk/>
            <pc:sldMk cId="2782047099" sldId="1529"/>
            <ac:spMk id="2" creationId="{63672485-2E83-6677-51BC-DE6358694DA8}"/>
          </ac:spMkLst>
        </pc:spChg>
        <pc:spChg chg="mod">
          <ac:chgData name="Arshin Akram" userId="0950abbc4dc5f4bc" providerId="LiveId" clId="{5BEF7DA1-9454-4ADD-A3DC-26ECD5572D6E}" dt="2026-04-13T04:39:52.114" v="244" actId="6549"/>
          <ac:spMkLst>
            <pc:docMk/>
            <pc:sldMk cId="2782047099" sldId="1529"/>
            <ac:spMk id="3" creationId="{4CDED32A-4866-DDDB-0BEC-2B0F153A5048}"/>
          </ac:spMkLst>
        </pc:spChg>
        <pc:spChg chg="mod">
          <ac:chgData name="Arshin Akram" userId="0950abbc4dc5f4bc" providerId="LiveId" clId="{5BEF7DA1-9454-4ADD-A3DC-26ECD5572D6E}" dt="2026-04-13T06:21:01.792" v="447" actId="2711"/>
          <ac:spMkLst>
            <pc:docMk/>
            <pc:sldMk cId="2782047099" sldId="1529"/>
            <ac:spMk id="4" creationId="{8396446D-CB1E-3606-3D60-BEB557163BD0}"/>
          </ac:spMkLst>
        </pc:spChg>
        <pc:spChg chg="mod">
          <ac:chgData name="Arshin Akram" userId="0950abbc4dc5f4bc" providerId="LiveId" clId="{5BEF7DA1-9454-4ADD-A3DC-26ECD5572D6E}" dt="2026-04-13T04:33:28.935" v="177"/>
          <ac:spMkLst>
            <pc:docMk/>
            <pc:sldMk cId="2782047099" sldId="1529"/>
            <ac:spMk id="5" creationId="{DBD8B608-766A-51F5-275D-4CB3E91B6D19}"/>
          </ac:spMkLst>
        </pc:spChg>
      </pc:sldChg>
      <pc:sldChg chg="addSp delSp modSp del mod">
        <pc:chgData name="Arshin Akram" userId="0950abbc4dc5f4bc" providerId="LiveId" clId="{5BEF7DA1-9454-4ADD-A3DC-26ECD5572D6E}" dt="2026-04-13T08:49:49.173" v="681" actId="2696"/>
        <pc:sldMkLst>
          <pc:docMk/>
          <pc:sldMk cId="4174745018" sldId="1530"/>
        </pc:sldMkLst>
        <pc:spChg chg="del">
          <ac:chgData name="Arshin Akram" userId="0950abbc4dc5f4bc" providerId="LiveId" clId="{5BEF7DA1-9454-4ADD-A3DC-26ECD5572D6E}" dt="2026-04-13T08:34:24.826" v="581" actId="478"/>
          <ac:spMkLst>
            <pc:docMk/>
            <pc:sldMk cId="4174745018" sldId="1530"/>
            <ac:spMk id="2" creationId="{621E5BA2-C606-1A5A-ADEE-FB42FB3444A7}"/>
          </ac:spMkLst>
        </pc:spChg>
        <pc:spChg chg="del">
          <ac:chgData name="Arshin Akram" userId="0950abbc4dc5f4bc" providerId="LiveId" clId="{5BEF7DA1-9454-4ADD-A3DC-26ECD5572D6E}" dt="2026-04-13T08:34:20.535" v="579" actId="478"/>
          <ac:spMkLst>
            <pc:docMk/>
            <pc:sldMk cId="4174745018" sldId="1530"/>
            <ac:spMk id="3" creationId="{A4870E85-0265-6D48-212D-570CC4CBBC7F}"/>
          </ac:spMkLst>
        </pc:spChg>
        <pc:spChg chg="add del mod">
          <ac:chgData name="Arshin Akram" userId="0950abbc4dc5f4bc" providerId="LiveId" clId="{5BEF7DA1-9454-4ADD-A3DC-26ECD5572D6E}" dt="2026-04-13T08:34:22.522" v="580" actId="478"/>
          <ac:spMkLst>
            <pc:docMk/>
            <pc:sldMk cId="4174745018" sldId="1530"/>
            <ac:spMk id="5" creationId="{4BB47F0B-F160-BA72-D057-D4EC0E42F6AA}"/>
          </ac:spMkLst>
        </pc:spChg>
        <pc:spChg chg="add del mod">
          <ac:chgData name="Arshin Akram" userId="0950abbc4dc5f4bc" providerId="LiveId" clId="{5BEF7DA1-9454-4ADD-A3DC-26ECD5572D6E}" dt="2026-04-13T08:34:26.053" v="582" actId="478"/>
          <ac:spMkLst>
            <pc:docMk/>
            <pc:sldMk cId="4174745018" sldId="1530"/>
            <ac:spMk id="7" creationId="{EE709F32-A7C2-168E-3737-6F8E26367095}"/>
          </ac:spMkLst>
        </pc:spChg>
      </pc:sldChg>
      <pc:sldChg chg="del">
        <pc:chgData name="Arshin Akram" userId="0950abbc4dc5f4bc" providerId="LiveId" clId="{5BEF7DA1-9454-4ADD-A3DC-26ECD5572D6E}" dt="2026-04-13T07:38:34.578" v="568" actId="47"/>
        <pc:sldMkLst>
          <pc:docMk/>
          <pc:sldMk cId="2913773093" sldId="1532"/>
        </pc:sldMkLst>
      </pc:sldChg>
      <pc:sldChg chg="add del">
        <pc:chgData name="Arshin Akram" userId="0950abbc4dc5f4bc" providerId="LiveId" clId="{5BEF7DA1-9454-4ADD-A3DC-26ECD5572D6E}" dt="2026-04-13T08:33:48.391" v="578" actId="47"/>
        <pc:sldMkLst>
          <pc:docMk/>
          <pc:sldMk cId="298391584" sldId="1536"/>
        </pc:sldMkLst>
      </pc:sldChg>
      <pc:sldChg chg="addSp delSp modSp mod">
        <pc:chgData name="Arshin Akram" userId="0950abbc4dc5f4bc" providerId="LiveId" clId="{5BEF7DA1-9454-4ADD-A3DC-26ECD5572D6E}" dt="2026-04-13T04:18:34.686" v="31" actId="20577"/>
        <pc:sldMkLst>
          <pc:docMk/>
          <pc:sldMk cId="1625548341" sldId="1537"/>
        </pc:sldMkLst>
        <pc:spChg chg="mod">
          <ac:chgData name="Arshin Akram" userId="0950abbc4dc5f4bc" providerId="LiveId" clId="{5BEF7DA1-9454-4ADD-A3DC-26ECD5572D6E}" dt="2026-04-13T04:18:34.686" v="31" actId="20577"/>
          <ac:spMkLst>
            <pc:docMk/>
            <pc:sldMk cId="1625548341" sldId="1537"/>
            <ac:spMk id="3" creationId="{F0061136-72B3-06CE-A98D-72D2DED89058}"/>
          </ac:spMkLst>
        </pc:spChg>
        <pc:spChg chg="add del mod">
          <ac:chgData name="Arshin Akram" userId="0950abbc4dc5f4bc" providerId="LiveId" clId="{5BEF7DA1-9454-4ADD-A3DC-26ECD5572D6E}" dt="2026-04-13T04:18:28.393" v="19" actId="478"/>
          <ac:spMkLst>
            <pc:docMk/>
            <pc:sldMk cId="1625548341" sldId="1537"/>
            <ac:spMk id="4" creationId="{846A5B72-2E2D-AD18-AE33-B58E6B9F1B89}"/>
          </ac:spMkLst>
        </pc:spChg>
        <pc:picChg chg="del">
          <ac:chgData name="Arshin Akram" userId="0950abbc4dc5f4bc" providerId="LiveId" clId="{5BEF7DA1-9454-4ADD-A3DC-26ECD5572D6E}" dt="2026-04-13T04:18:26.500" v="18" actId="478"/>
          <ac:picMkLst>
            <pc:docMk/>
            <pc:sldMk cId="1625548341" sldId="1537"/>
            <ac:picMk id="6" creationId="{83AE3195-528C-2901-C9AB-6BBBBE947453}"/>
          </ac:picMkLst>
        </pc:picChg>
      </pc:sldChg>
      <pc:sldChg chg="del">
        <pc:chgData name="Arshin Akram" userId="0950abbc4dc5f4bc" providerId="LiveId" clId="{5BEF7DA1-9454-4ADD-A3DC-26ECD5572D6E}" dt="2026-04-13T07:38:31.243" v="567" actId="2696"/>
        <pc:sldMkLst>
          <pc:docMk/>
          <pc:sldMk cId="4097597645" sldId="1540"/>
        </pc:sldMkLst>
      </pc:sldChg>
      <pc:sldChg chg="addSp delSp modSp del mod">
        <pc:chgData name="Arshin Akram" userId="0950abbc4dc5f4bc" providerId="LiveId" clId="{5BEF7DA1-9454-4ADD-A3DC-26ECD5572D6E}" dt="2026-04-13T04:17:41.677" v="11" actId="47"/>
        <pc:sldMkLst>
          <pc:docMk/>
          <pc:sldMk cId="3907155084" sldId="1541"/>
        </pc:sldMkLst>
        <pc:spChg chg="add del mod">
          <ac:chgData name="Arshin Akram" userId="0950abbc4dc5f4bc" providerId="LiveId" clId="{5BEF7DA1-9454-4ADD-A3DC-26ECD5572D6E}" dt="2026-04-13T04:17:20.837" v="10" actId="478"/>
          <ac:spMkLst>
            <pc:docMk/>
            <pc:sldMk cId="3907155084" sldId="1541"/>
            <ac:spMk id="4" creationId="{629E19E1-0B98-FEEE-90C6-63F1ED8E19A5}"/>
          </ac:spMkLst>
        </pc:spChg>
        <pc:picChg chg="del">
          <ac:chgData name="Arshin Akram" userId="0950abbc4dc5f4bc" providerId="LiveId" clId="{5BEF7DA1-9454-4ADD-A3DC-26ECD5572D6E}" dt="2026-04-13T04:17:19.957" v="9" actId="478"/>
          <ac:picMkLst>
            <pc:docMk/>
            <pc:sldMk cId="3907155084" sldId="1541"/>
            <ac:picMk id="5" creationId="{4915C5F0-E196-B9E3-4EEE-FEBDDA757BF7}"/>
          </ac:picMkLst>
        </pc:picChg>
      </pc:sldChg>
      <pc:sldChg chg="del">
        <pc:chgData name="Arshin Akram" userId="0950abbc4dc5f4bc" providerId="LiveId" clId="{5BEF7DA1-9454-4ADD-A3DC-26ECD5572D6E}" dt="2026-04-13T07:38:38.754" v="570" actId="47"/>
        <pc:sldMkLst>
          <pc:docMk/>
          <pc:sldMk cId="3558672075" sldId="1542"/>
        </pc:sldMkLst>
      </pc:sldChg>
      <pc:sldChg chg="del">
        <pc:chgData name="Arshin Akram" userId="0950abbc4dc5f4bc" providerId="LiveId" clId="{5BEF7DA1-9454-4ADD-A3DC-26ECD5572D6E}" dt="2026-04-13T07:38:45.143" v="572" actId="47"/>
        <pc:sldMkLst>
          <pc:docMk/>
          <pc:sldMk cId="2662029941" sldId="1543"/>
        </pc:sldMkLst>
      </pc:sldChg>
      <pc:sldChg chg="modSp new mod">
        <pc:chgData name="Arshin Akram" userId="0950abbc4dc5f4bc" providerId="LiveId" clId="{5BEF7DA1-9454-4ADD-A3DC-26ECD5572D6E}" dt="2026-04-13T08:53:52.071" v="710" actId="113"/>
        <pc:sldMkLst>
          <pc:docMk/>
          <pc:sldMk cId="509894750" sldId="1544"/>
        </pc:sldMkLst>
        <pc:spChg chg="mod">
          <ac:chgData name="Arshin Akram" userId="0950abbc4dc5f4bc" providerId="LiveId" clId="{5BEF7DA1-9454-4ADD-A3DC-26ECD5572D6E}" dt="2026-04-13T08:53:52.071" v="710" actId="113"/>
          <ac:spMkLst>
            <pc:docMk/>
            <pc:sldMk cId="509894750" sldId="1544"/>
            <ac:spMk id="2" creationId="{2364779C-B4B6-C429-5A06-4263BEAE158A}"/>
          </ac:spMkLst>
        </pc:spChg>
        <pc:spChg chg="mod">
          <ac:chgData name="Arshin Akram" userId="0950abbc4dc5f4bc" providerId="LiveId" clId="{5BEF7DA1-9454-4ADD-A3DC-26ECD5572D6E}" dt="2026-04-13T04:47:38.959" v="252"/>
          <ac:spMkLst>
            <pc:docMk/>
            <pc:sldMk cId="509894750" sldId="1544"/>
            <ac:spMk id="3" creationId="{770B88A9-6D2D-EB88-B939-53137D8913B2}"/>
          </ac:spMkLst>
        </pc:spChg>
        <pc:spChg chg="mod">
          <ac:chgData name="Arshin Akram" userId="0950abbc4dc5f4bc" providerId="LiveId" clId="{5BEF7DA1-9454-4ADD-A3DC-26ECD5572D6E}" dt="2026-04-13T04:54:52.241" v="386" actId="11"/>
          <ac:spMkLst>
            <pc:docMk/>
            <pc:sldMk cId="509894750" sldId="1544"/>
            <ac:spMk id="5" creationId="{E4FCAB8E-F34B-CCD8-BB8A-A829FB7A9CCF}"/>
          </ac:spMkLst>
        </pc:spChg>
      </pc:sldChg>
      <pc:sldChg chg="addSp delSp modSp add mod">
        <pc:chgData name="Arshin Akram" userId="0950abbc4dc5f4bc" providerId="LiveId" clId="{5BEF7DA1-9454-4ADD-A3DC-26ECD5572D6E}" dt="2026-04-13T08:59:49.516" v="719" actId="20577"/>
        <pc:sldMkLst>
          <pc:docMk/>
          <pc:sldMk cId="3668197505" sldId="1545"/>
        </pc:sldMkLst>
        <pc:spChg chg="mod">
          <ac:chgData name="Arshin Akram" userId="0950abbc4dc5f4bc" providerId="LiveId" clId="{5BEF7DA1-9454-4ADD-A3DC-26ECD5572D6E}" dt="2026-04-13T04:56:43.053" v="419"/>
          <ac:spMkLst>
            <pc:docMk/>
            <pc:sldMk cId="3668197505" sldId="1545"/>
            <ac:spMk id="2" creationId="{4465F745-0FBF-5D1C-72F1-846CB7E1EC31}"/>
          </ac:spMkLst>
        </pc:spChg>
        <pc:spChg chg="mod">
          <ac:chgData name="Arshin Akram" userId="0950abbc4dc5f4bc" providerId="LiveId" clId="{5BEF7DA1-9454-4ADD-A3DC-26ECD5572D6E}" dt="2026-04-13T08:38:48.492" v="616" actId="14100"/>
          <ac:spMkLst>
            <pc:docMk/>
            <pc:sldMk cId="3668197505" sldId="1545"/>
            <ac:spMk id="5" creationId="{34882983-8466-2DFE-C65A-4450E0F67C2C}"/>
          </ac:spMkLst>
        </pc:spChg>
        <pc:spChg chg="add mod">
          <ac:chgData name="Arshin Akram" userId="0950abbc4dc5f4bc" providerId="LiveId" clId="{5BEF7DA1-9454-4ADD-A3DC-26ECD5572D6E}" dt="2026-04-13T08:59:49.516" v="719" actId="20577"/>
          <ac:spMkLst>
            <pc:docMk/>
            <pc:sldMk cId="3668197505" sldId="1545"/>
            <ac:spMk id="11" creationId="{A465D961-C720-5A81-21A9-DF24ECD036D5}"/>
          </ac:spMkLst>
        </pc:spChg>
        <pc:picChg chg="add del mod modCrop">
          <ac:chgData name="Arshin Akram" userId="0950abbc4dc5f4bc" providerId="LiveId" clId="{5BEF7DA1-9454-4ADD-A3DC-26ECD5572D6E}" dt="2026-04-13T08:36:21.333" v="594" actId="478"/>
          <ac:picMkLst>
            <pc:docMk/>
            <pc:sldMk cId="3668197505" sldId="1545"/>
            <ac:picMk id="7" creationId="{B3C3C7E3-4B76-964B-B00A-50682379F3F5}"/>
          </ac:picMkLst>
        </pc:picChg>
        <pc:picChg chg="add mod modCrop">
          <ac:chgData name="Arshin Akram" userId="0950abbc4dc5f4bc" providerId="LiveId" clId="{5BEF7DA1-9454-4ADD-A3DC-26ECD5572D6E}" dt="2026-04-13T08:59:48.435" v="717" actId="14100"/>
          <ac:picMkLst>
            <pc:docMk/>
            <pc:sldMk cId="3668197505" sldId="1545"/>
            <ac:picMk id="9" creationId="{A7D02949-73CB-B029-F3BC-AD9287B4316A}"/>
          </ac:picMkLst>
        </pc:picChg>
      </pc:sldChg>
      <pc:sldChg chg="addSp delSp modSp add mod">
        <pc:chgData name="Arshin Akram" userId="0950abbc4dc5f4bc" providerId="LiveId" clId="{5BEF7DA1-9454-4ADD-A3DC-26ECD5572D6E}" dt="2026-04-13T08:49:09.287" v="680" actId="2711"/>
        <pc:sldMkLst>
          <pc:docMk/>
          <pc:sldMk cId="2338402001" sldId="1546"/>
        </pc:sldMkLst>
        <pc:spChg chg="mod">
          <ac:chgData name="Arshin Akram" userId="0950abbc4dc5f4bc" providerId="LiveId" clId="{5BEF7DA1-9454-4ADD-A3DC-26ECD5572D6E}" dt="2026-04-13T06:59:36.946" v="450"/>
          <ac:spMkLst>
            <pc:docMk/>
            <pc:sldMk cId="2338402001" sldId="1546"/>
            <ac:spMk id="2" creationId="{4EA3200F-FC34-F809-EE7D-75AF87D11FF9}"/>
          </ac:spMkLst>
        </pc:spChg>
        <pc:spChg chg="del mod">
          <ac:chgData name="Arshin Akram" userId="0950abbc4dc5f4bc" providerId="LiveId" clId="{5BEF7DA1-9454-4ADD-A3DC-26ECD5572D6E}" dt="2026-04-13T07:00:00.646" v="453"/>
          <ac:spMkLst>
            <pc:docMk/>
            <pc:sldMk cId="2338402001" sldId="1546"/>
            <ac:spMk id="5" creationId="{923514C8-F140-8CE8-E703-6EFBC80D5B42}"/>
          </ac:spMkLst>
        </pc:spChg>
        <pc:spChg chg="add">
          <ac:chgData name="Arshin Akram" userId="0950abbc4dc5f4bc" providerId="LiveId" clId="{5BEF7DA1-9454-4ADD-A3DC-26ECD5572D6E}" dt="2026-04-13T06:59:52.107" v="451"/>
          <ac:spMkLst>
            <pc:docMk/>
            <pc:sldMk cId="2338402001" sldId="1546"/>
            <ac:spMk id="6" creationId="{EC55E529-C634-159D-119A-110274ED6DB6}"/>
          </ac:spMkLst>
        </pc:spChg>
        <pc:spChg chg="add del mod">
          <ac:chgData name="Arshin Akram" userId="0950abbc4dc5f4bc" providerId="LiveId" clId="{5BEF7DA1-9454-4ADD-A3DC-26ECD5572D6E}" dt="2026-04-13T07:00:06.933" v="456" actId="478"/>
          <ac:spMkLst>
            <pc:docMk/>
            <pc:sldMk cId="2338402001" sldId="1546"/>
            <ac:spMk id="7" creationId="{311CC016-7BE9-378C-6DEA-6447E8EF5160}"/>
          </ac:spMkLst>
        </pc:spChg>
        <pc:spChg chg="add mod">
          <ac:chgData name="Arshin Akram" userId="0950abbc4dc5f4bc" providerId="LiveId" clId="{5BEF7DA1-9454-4ADD-A3DC-26ECD5572D6E}" dt="2026-04-13T08:46:42.712" v="650" actId="27636"/>
          <ac:spMkLst>
            <pc:docMk/>
            <pc:sldMk cId="2338402001" sldId="1546"/>
            <ac:spMk id="8" creationId="{36A0C85D-0411-DFE7-B7FF-CDEDD6804FCC}"/>
          </ac:spMkLst>
        </pc:spChg>
        <pc:spChg chg="add mod">
          <ac:chgData name="Arshin Akram" userId="0950abbc4dc5f4bc" providerId="LiveId" clId="{5BEF7DA1-9454-4ADD-A3DC-26ECD5572D6E}" dt="2026-04-13T07:00:16.605" v="464" actId="1076"/>
          <ac:spMkLst>
            <pc:docMk/>
            <pc:sldMk cId="2338402001" sldId="1546"/>
            <ac:spMk id="9" creationId="{A6E2BB34-E7CD-095C-E23E-BA13E12EB067}"/>
          </ac:spMkLst>
        </pc:spChg>
        <pc:spChg chg="add del mod">
          <ac:chgData name="Arshin Akram" userId="0950abbc4dc5f4bc" providerId="LiveId" clId="{5BEF7DA1-9454-4ADD-A3DC-26ECD5572D6E}" dt="2026-04-13T08:49:09.287" v="680" actId="2711"/>
          <ac:spMkLst>
            <pc:docMk/>
            <pc:sldMk cId="2338402001" sldId="1546"/>
            <ac:spMk id="15" creationId="{CFE3069B-0D81-F50A-0299-7F7982154EBE}"/>
          </ac:spMkLst>
        </pc:spChg>
        <pc:picChg chg="add mod modCrop">
          <ac:chgData name="Arshin Akram" userId="0950abbc4dc5f4bc" providerId="LiveId" clId="{5BEF7DA1-9454-4ADD-A3DC-26ECD5572D6E}" dt="2026-04-13T08:48:25.356" v="669" actId="1076"/>
          <ac:picMkLst>
            <pc:docMk/>
            <pc:sldMk cId="2338402001" sldId="1546"/>
            <ac:picMk id="11" creationId="{91DD7DC8-671C-169A-0B8B-A6DD9B9D3E79}"/>
          </ac:picMkLst>
        </pc:picChg>
        <pc:picChg chg="add del mod modCrop">
          <ac:chgData name="Arshin Akram" userId="0950abbc4dc5f4bc" providerId="LiveId" clId="{5BEF7DA1-9454-4ADD-A3DC-26ECD5572D6E}" dt="2026-04-13T08:46:49.984" v="653" actId="478"/>
          <ac:picMkLst>
            <pc:docMk/>
            <pc:sldMk cId="2338402001" sldId="1546"/>
            <ac:picMk id="13" creationId="{BB051F68-086E-D494-153E-19C2501CB436}"/>
          </ac:picMkLst>
        </pc:picChg>
      </pc:sldChg>
      <pc:sldChg chg="modSp add mod">
        <pc:chgData name="Arshin Akram" userId="0950abbc4dc5f4bc" providerId="LiveId" clId="{5BEF7DA1-9454-4ADD-A3DC-26ECD5572D6E}" dt="2026-04-13T09:01:14.987" v="738" actId="20577"/>
        <pc:sldMkLst>
          <pc:docMk/>
          <pc:sldMk cId="1286998120" sldId="1547"/>
        </pc:sldMkLst>
        <pc:spChg chg="mod">
          <ac:chgData name="Arshin Akram" userId="0950abbc4dc5f4bc" providerId="LiveId" clId="{5BEF7DA1-9454-4ADD-A3DC-26ECD5572D6E}" dt="2026-04-13T07:37:34.704" v="565"/>
          <ac:spMkLst>
            <pc:docMk/>
            <pc:sldMk cId="1286998120" sldId="1547"/>
            <ac:spMk id="2" creationId="{1A3B3932-587B-7A68-BBA0-977D4C3149EE}"/>
          </ac:spMkLst>
        </pc:spChg>
        <pc:spChg chg="mod">
          <ac:chgData name="Arshin Akram" userId="0950abbc4dc5f4bc" providerId="LiveId" clId="{5BEF7DA1-9454-4ADD-A3DC-26ECD5572D6E}" dt="2026-04-13T09:01:14.987" v="738" actId="20577"/>
          <ac:spMkLst>
            <pc:docMk/>
            <pc:sldMk cId="1286998120" sldId="1547"/>
            <ac:spMk id="8" creationId="{24CA9AEC-6E92-7CF1-820E-5F4D080625E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89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2024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E4838-FEDD-5440-8E91-BD47E08AF14B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2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5">
            <a:extLst>
              <a:ext uri="{FF2B5EF4-FFF2-40B4-BE49-F238E27FC236}">
                <a16:creationId xmlns:a16="http://schemas.microsoft.com/office/drawing/2014/main" id="{65502A93-9C3C-468F-1594-7319FB6670B7}"/>
              </a:ext>
            </a:extLst>
          </p:cNvPr>
          <p:cNvSpPr/>
          <p:nvPr userDrawn="1"/>
        </p:nvSpPr>
        <p:spPr>
          <a:xfrm>
            <a:off x="5576669" y="1279968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480" y="2744697"/>
            <a:ext cx="4361688" cy="3475236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480" y="1511007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196083F-C70E-63B6-E1CA-9F3EF8B8E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7004304 w 12192000"/>
              <a:gd name="connsiteY3" fmla="*/ 6858000 h 6858000"/>
              <a:gd name="connsiteX4" fmla="*/ 7004304 w 12192000"/>
              <a:gd name="connsiteY4" fmla="*/ 804672 h 6858000"/>
              <a:gd name="connsiteX5" fmla="*/ 914400 w 12192000"/>
              <a:gd name="connsiteY5" fmla="*/ 804672 h 6858000"/>
              <a:gd name="connsiteX6" fmla="*/ 9144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7004304" y="6858000"/>
                </a:lnTo>
                <a:lnTo>
                  <a:pt x="7004304" y="804672"/>
                </a:lnTo>
                <a:lnTo>
                  <a:pt x="914400" y="804672"/>
                </a:lnTo>
                <a:lnTo>
                  <a:pt x="9144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5">
            <a:extLst>
              <a:ext uri="{FF2B5EF4-FFF2-40B4-BE49-F238E27FC236}">
                <a16:creationId xmlns:a16="http://schemas.microsoft.com/office/drawing/2014/main" id="{8920E064-E3E4-08A3-46A1-386191FA58A8}"/>
              </a:ext>
            </a:extLst>
          </p:cNvPr>
          <p:cNvSpPr/>
          <p:nvPr userDrawn="1"/>
        </p:nvSpPr>
        <p:spPr>
          <a:xfrm>
            <a:off x="5543339" y="509415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480" y="1645920"/>
            <a:ext cx="4654296" cy="3739896"/>
          </a:xfrm>
        </p:spPr>
        <p:txBody>
          <a:bodyPr anchor="b" anchorCtr="0">
            <a:normAutofit/>
          </a:bodyPr>
          <a:lstStyle>
            <a:lvl1pPr algn="l">
              <a:defRPr sz="52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480" y="731520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9ECAF68-0DD1-5618-9559-A54279F965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4400 w 12192000"/>
              <a:gd name="connsiteY1" fmla="*/ 0 h 6858000"/>
              <a:gd name="connsiteX2" fmla="*/ 914400 w 12192000"/>
              <a:gd name="connsiteY2" fmla="*/ 3526 h 6858000"/>
              <a:gd name="connsiteX3" fmla="*/ 914399 w 12192000"/>
              <a:gd name="connsiteY3" fmla="*/ 3526 h 6858000"/>
              <a:gd name="connsiteX4" fmla="*/ 914399 w 12192000"/>
              <a:gd name="connsiteY4" fmla="*/ 6032851 h 6858000"/>
              <a:gd name="connsiteX5" fmla="*/ 914400 w 12192000"/>
              <a:gd name="connsiteY5" fmla="*/ 6032851 h 6858000"/>
              <a:gd name="connsiteX6" fmla="*/ 914400 w 12192000"/>
              <a:gd name="connsiteY6" fmla="*/ 6035040 h 6858000"/>
              <a:gd name="connsiteX7" fmla="*/ 6946900 w 12192000"/>
              <a:gd name="connsiteY7" fmla="*/ 6035040 h 6858000"/>
              <a:gd name="connsiteX8" fmla="*/ 694690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4400" y="0"/>
                </a:lnTo>
                <a:lnTo>
                  <a:pt x="914400" y="3526"/>
                </a:lnTo>
                <a:lnTo>
                  <a:pt x="914399" y="3526"/>
                </a:lnTo>
                <a:lnTo>
                  <a:pt x="914399" y="6032851"/>
                </a:lnTo>
                <a:lnTo>
                  <a:pt x="914400" y="6032851"/>
                </a:lnTo>
                <a:lnTo>
                  <a:pt x="914400" y="6035040"/>
                </a:lnTo>
                <a:lnTo>
                  <a:pt x="6946900" y="6035040"/>
                </a:lnTo>
                <a:lnTo>
                  <a:pt x="69469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raphic 15">
            <a:extLst>
              <a:ext uri="{FF2B5EF4-FFF2-40B4-BE49-F238E27FC236}">
                <a16:creationId xmlns:a16="http://schemas.microsoft.com/office/drawing/2014/main" id="{DB26569A-00A6-16F4-E8C0-EE123BA9BD66}"/>
              </a:ext>
            </a:extLst>
          </p:cNvPr>
          <p:cNvSpPr/>
          <p:nvPr/>
        </p:nvSpPr>
        <p:spPr>
          <a:xfrm>
            <a:off x="763598" y="2655699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017476"/>
            <a:ext cx="10058400" cy="2328090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593899"/>
            <a:ext cx="10058400" cy="73152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9A01A49-9990-D9BF-A52D-914394937E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6857999 h 6858000"/>
              <a:gd name="connsiteX5" fmla="*/ 11257612 w 12192000"/>
              <a:gd name="connsiteY5" fmla="*/ 6857999 h 6858000"/>
              <a:gd name="connsiteX6" fmla="*/ 11257612 w 12192000"/>
              <a:gd name="connsiteY6" fmla="*/ 914401 h 6858000"/>
              <a:gd name="connsiteX7" fmla="*/ 0 w 12192000"/>
              <a:gd name="connsiteY7" fmla="*/ 9144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11257612" y="6857999"/>
                </a:lnTo>
                <a:lnTo>
                  <a:pt x="11257612" y="914401"/>
                </a:lnTo>
                <a:lnTo>
                  <a:pt x="0" y="914401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841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79958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02920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8800-BF67-1E45-9C56-6BF06AF60588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439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C7540-FFE4-F94F-A977-799E5DB7C50A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480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E9FD-33D9-EB41-BE07-FF9E64796D1A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89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raphic 15">
            <a:extLst>
              <a:ext uri="{FF2B5EF4-FFF2-40B4-BE49-F238E27FC236}">
                <a16:creationId xmlns:a16="http://schemas.microsoft.com/office/drawing/2014/main" id="{05BD60D4-DCEE-CD19-973D-CABECBE4B00E}"/>
              </a:ext>
            </a:extLst>
          </p:cNvPr>
          <p:cNvSpPr/>
          <p:nvPr/>
        </p:nvSpPr>
        <p:spPr>
          <a:xfrm>
            <a:off x="10515600" y="804672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3D2049C-E979-DB7E-3277-89F639E1F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3681" y="960120"/>
            <a:ext cx="7772400" cy="4572000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95798D7D-9F12-0D96-E1D6-5DB3A8CD7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832757 w 12192000"/>
              <a:gd name="connsiteY1" fmla="*/ 0 h 6858000"/>
              <a:gd name="connsiteX2" fmla="*/ 832757 w 12192000"/>
              <a:gd name="connsiteY2" fmla="*/ 6035040 h 6858000"/>
              <a:gd name="connsiteX3" fmla="*/ 835428 w 12192000"/>
              <a:gd name="connsiteY3" fmla="*/ 6035040 h 6858000"/>
              <a:gd name="connsiteX4" fmla="*/ 6922661 w 12192000"/>
              <a:gd name="connsiteY4" fmla="*/ 6035040 h 6858000"/>
              <a:gd name="connsiteX5" fmla="*/ 12192000 w 12192000"/>
              <a:gd name="connsiteY5" fmla="*/ 603504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832757" y="0"/>
                </a:lnTo>
                <a:lnTo>
                  <a:pt x="832757" y="6035040"/>
                </a:lnTo>
                <a:lnTo>
                  <a:pt x="835428" y="6035040"/>
                </a:lnTo>
                <a:lnTo>
                  <a:pt x="6922661" y="6035040"/>
                </a:lnTo>
                <a:lnTo>
                  <a:pt x="12192000" y="603504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104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5">
            <a:extLst>
              <a:ext uri="{FF2B5EF4-FFF2-40B4-BE49-F238E27FC236}">
                <a16:creationId xmlns:a16="http://schemas.microsoft.com/office/drawing/2014/main" id="{9D7ED911-5B76-1B6D-603A-36E5F799CC11}"/>
              </a:ext>
            </a:extLst>
          </p:cNvPr>
          <p:cNvSpPr/>
          <p:nvPr userDrawn="1"/>
        </p:nvSpPr>
        <p:spPr>
          <a:xfrm>
            <a:off x="5543339" y="412196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315" y="1534885"/>
            <a:ext cx="5344131" cy="4136351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E49292B-EC76-16EF-C504-DA49AF7442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4400 w 12192000"/>
              <a:gd name="connsiteY1" fmla="*/ 0 h 6858000"/>
              <a:gd name="connsiteX2" fmla="*/ 914400 w 12192000"/>
              <a:gd name="connsiteY2" fmla="*/ 3526 h 6858000"/>
              <a:gd name="connsiteX3" fmla="*/ 914399 w 12192000"/>
              <a:gd name="connsiteY3" fmla="*/ 3526 h 6858000"/>
              <a:gd name="connsiteX4" fmla="*/ 914399 w 12192000"/>
              <a:gd name="connsiteY4" fmla="*/ 6032851 h 6858000"/>
              <a:gd name="connsiteX5" fmla="*/ 914400 w 12192000"/>
              <a:gd name="connsiteY5" fmla="*/ 6032851 h 6858000"/>
              <a:gd name="connsiteX6" fmla="*/ 914400 w 12192000"/>
              <a:gd name="connsiteY6" fmla="*/ 6035040 h 6858000"/>
              <a:gd name="connsiteX7" fmla="*/ 6946900 w 12192000"/>
              <a:gd name="connsiteY7" fmla="*/ 6035040 h 6858000"/>
              <a:gd name="connsiteX8" fmla="*/ 694690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4400" y="0"/>
                </a:lnTo>
                <a:lnTo>
                  <a:pt x="914400" y="3526"/>
                </a:lnTo>
                <a:lnTo>
                  <a:pt x="914399" y="3526"/>
                </a:lnTo>
                <a:lnTo>
                  <a:pt x="914399" y="6032851"/>
                </a:lnTo>
                <a:lnTo>
                  <a:pt x="914400" y="6032851"/>
                </a:lnTo>
                <a:lnTo>
                  <a:pt x="914400" y="6035040"/>
                </a:lnTo>
                <a:lnTo>
                  <a:pt x="6946900" y="6035040"/>
                </a:lnTo>
                <a:lnTo>
                  <a:pt x="69469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252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8467558" cy="1554480"/>
          </a:xfrm>
        </p:spPr>
        <p:txBody>
          <a:bodyPr anchor="t" anchorCtr="0">
            <a:normAutofit/>
          </a:bodyPr>
          <a:lstStyle>
            <a:lvl1pPr>
              <a:defRPr sz="44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6888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3805-E18C-7949-A81F-F7933BB071C1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515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7A1883D-6A60-5A5D-F0F4-C3A1A5599B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9362587-B639-5167-2A1A-60FA7F33B3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4D984D5-7E20-7CC2-87C6-F030CA471F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" y="874546"/>
            <a:ext cx="6092807" cy="5983453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06640" y="3035563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23277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199" y="805324"/>
            <a:ext cx="3850203" cy="191044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7A1883D-6A60-5A5D-F0F4-C3A1A5599B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31758" y="3052520"/>
            <a:ext cx="4923054" cy="365125"/>
          </a:xfrm>
        </p:spPr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9362587-B639-5167-2A1A-60FA7F33B3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" y="874546"/>
            <a:ext cx="6092807" cy="5983453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88196" y="3035563"/>
            <a:ext cx="3850203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F4E9D66-6EB9-78B5-C857-496EB425C7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0EB5C30-F340-CA41-8EB1-84DDDDBD0E41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15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85975"/>
            <a:ext cx="4325112" cy="2454796"/>
          </a:xfrm>
        </p:spPr>
        <p:txBody>
          <a:bodyPr>
            <a:normAutofit/>
          </a:bodyPr>
          <a:lstStyle>
            <a:lvl1pPr>
              <a:defRPr sz="40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C9D0-9C7B-0342-A9FE-0626CAB8130B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00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58568"/>
            <a:ext cx="3813048" cy="3557016"/>
          </a:xfrm>
        </p:spPr>
        <p:txBody>
          <a:bodyPr>
            <a:normAutofit/>
          </a:bodyPr>
          <a:lstStyle>
            <a:lvl1pPr>
              <a:defRPr sz="40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CD4D-0CE8-0F45-B68F-E93C22646ED0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794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4145582" cy="4638825"/>
          </a:xfrm>
        </p:spPr>
        <p:txBody>
          <a:bodyPr>
            <a:normAutofit/>
          </a:bodyPr>
          <a:lstStyle>
            <a:lvl1pPr>
              <a:defRPr sz="40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736936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BEADB-7658-C445-B043-CE6F86E88027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08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4142232" cy="4940661"/>
          </a:xfrm>
        </p:spPr>
        <p:txBody>
          <a:bodyPr>
            <a:normAutofit/>
          </a:bodyPr>
          <a:lstStyle>
            <a:lvl1pPr>
              <a:defRPr sz="40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60" y="745403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DE7A9-0385-4A44-A598-0FF6FBB3A5CE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54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1"/>
            <a:ext cx="3657600" cy="576072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80" y="745402"/>
            <a:ext cx="6675120" cy="5760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0FB9-0C7F-8E41-99CF-1C7B977A6F37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0753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1"/>
            <a:ext cx="3657600" cy="576072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80" y="745403"/>
            <a:ext cx="6675120" cy="57569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589D-0B1E-7944-AED2-2D8AB4CCC137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96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3494314" cy="5719639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80560" y="736936"/>
            <a:ext cx="7315200" cy="57569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E3F47-0D5F-1945-AD9C-9E7B6E54EE88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27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0" y="761128"/>
            <a:ext cx="6093225" cy="1143000"/>
          </a:xfrm>
        </p:spPr>
        <p:txBody>
          <a:bodyPr anchor="b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F43CEC-9297-D00A-E722-6AB204A9EA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65B1107-744A-9E08-9518-CB7B026302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99" y="900065"/>
            <a:ext cx="3990017" cy="5957935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94960" y="201168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A992960-CE4E-9D2A-999E-E18BD95900B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52BD46-E559-924C-A762-FF9723DBAB4C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118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0242"/>
            <a:ext cx="6135624" cy="1143000"/>
          </a:xfrm>
        </p:spPr>
        <p:txBody>
          <a:bodyPr anchor="b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51A63-3758-7E2E-C4B5-A0EDBAA09C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F7793-B893-80BC-427A-DAC18636129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201168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48294" y="914400"/>
            <a:ext cx="3629305" cy="59436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F24D6-B282-2295-8F06-27C351FA1E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1906FB-5394-B241-9752-ABD2EF23B6E5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327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9809" y="804672"/>
            <a:ext cx="6858000" cy="932688"/>
          </a:xfrm>
        </p:spPr>
        <p:txBody>
          <a:bodyPr anchor="t" anchorCtr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B2FD35-C732-0B9F-73D2-A03279FC2C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8A997D-F771-A3BD-3FC8-E1A3D3CC54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914399"/>
            <a:ext cx="3108960" cy="5943601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09809" y="1737360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2D8041-766C-1A8E-9B4E-7444CEF83FB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DF8DA1-1139-F644-A453-2F60A9AE08D3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348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6858000" cy="932688"/>
          </a:xfrm>
        </p:spPr>
        <p:txBody>
          <a:bodyPr anchor="b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5D8535C-2204-4AC8-D000-5BC9A1A1DE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2CC4E51-234D-996B-BD4F-E01920A5DCE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1737360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3" y="914398"/>
            <a:ext cx="3185868" cy="5943601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E6E943-533F-87F1-2D8B-2A7C95ADC6F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259BEBC-FE7C-164A-874E-6BDC60F6FBA3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6487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861234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7EAAD82-D0E4-EF40-35BA-E74E04A86F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FA4B404-2AEE-8078-A59F-5CC61851741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914398"/>
            <a:ext cx="5697109" cy="5943601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0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415148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E0F621D-9443-6E59-54D8-8C9D1C9CC5E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B6A611C-C8C1-1B41-B385-395DE0949BF1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65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15" y="861234"/>
            <a:ext cx="4361688" cy="1527048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DAA8B09-BD14-C3CA-366A-2E6D2DF58E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95F7B17-9884-B156-58F2-49867DBA9A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45015" y="2377440"/>
            <a:ext cx="4360863" cy="409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A99D2AC4-EB2C-0242-CE67-79D585F552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874546"/>
            <a:ext cx="5242797" cy="5983453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28172-7188-420D-3C13-2632C48F3D5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A9BD2C-0040-7249-8142-9C99A5328E50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475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15" y="804671"/>
            <a:ext cx="3657600" cy="192024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51D0A00-53A9-4A14-377C-F67798734E2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Financial growth &amp; strategy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0ED9901-46FE-C982-B773-60B1A49154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45015" y="3017520"/>
            <a:ext cx="3657600" cy="3587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A99D2AC4-EB2C-0242-CE67-79D585F552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45990" y="874546"/>
            <a:ext cx="6092807" cy="5983453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D8248A2-1E3B-B866-6F02-B5166DCB0C3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569BAE8-AEA7-734C-A9E8-22BCC02DA154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118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0" y="861824"/>
            <a:ext cx="3931920" cy="15270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DAA8B09-BD14-C3CA-366A-2E6D2DF58E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95F7B17-9884-B156-58F2-49867DBA9A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A99D2AC4-EB2C-0242-CE67-79D585F552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3598" y="874546"/>
            <a:ext cx="6092807" cy="5983453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43800" y="2434592"/>
            <a:ext cx="393192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28172-7188-420D-3C13-2632C48F3D5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31F195A-A376-7041-8860-1F67491BC1C8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495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763107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29C5D11-700E-90D2-657D-AA82A470AB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72196F-0FD5-2C6A-E974-6140F4518D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6940" y="914398"/>
            <a:ext cx="5565300" cy="5943602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1" b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828800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4150C30-F56C-B144-76D8-88E262CA45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7F02A72-6C7A-964B-A70D-42CFAF0C317D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5195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74855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5D3E0-BD5F-40F9-EF10-E1DE2D1F57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782210-592C-8FE2-72BE-C6D93975285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1828800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7089" y="914398"/>
            <a:ext cx="5190512" cy="5943602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72" r="2" b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B952E-D155-E990-260E-1A7CF70D728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E1588BB-F358-E04B-B56F-F5CA44A818F5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3503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804672"/>
            <a:ext cx="3401568" cy="152704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3B661-0A5B-1C17-C6CD-8CDF4BBD632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18DA0-344E-A6FA-8AC8-292FD58F83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914400"/>
            <a:ext cx="6669744" cy="59436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377440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940F8-8B78-84F7-C5EA-56BC2F1EC77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2E937BF-9C45-F842-B65C-800D6D7CE2E8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126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3401568" cy="152704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455995D-405D-8A4B-9F40-733E3ACEB9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3BA3DC-FF0D-6DF4-8E2B-D10B7BCC19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2377440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914400"/>
            <a:ext cx="6511794" cy="59436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8C567-6449-D9A3-5B9A-A6AADE963D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6D3DC13-F9B6-8A4A-9A16-1F7CBB8D27FF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234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0" y="804672"/>
            <a:ext cx="3273552" cy="1942773"/>
          </a:xfrm>
        </p:spPr>
        <p:txBody>
          <a:bodyPr anchor="b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B1AFE5-1627-20E3-0595-94FE52626E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A7A134E-D834-3139-04AB-491A970C3D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914400"/>
            <a:ext cx="6866965" cy="59436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9600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FD660-5CC7-76BD-0790-5A1C9C2A76C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960E0-FD32-A446-B1B1-0E206EAD103B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5099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009CEEF-46E8-FFA6-2609-7AD50D0B9C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0"/>
            <a:ext cx="11277599" cy="4635132"/>
          </a:xfrm>
          <a:custGeom>
            <a:avLst/>
            <a:gdLst>
              <a:gd name="connsiteX0" fmla="*/ 0 w 11277599"/>
              <a:gd name="connsiteY0" fmla="*/ 0 h 4635132"/>
              <a:gd name="connsiteX1" fmla="*/ 11277599 w 11277599"/>
              <a:gd name="connsiteY1" fmla="*/ 0 h 4635132"/>
              <a:gd name="connsiteX2" fmla="*/ 11277599 w 11277599"/>
              <a:gd name="connsiteY2" fmla="*/ 4635132 h 4635132"/>
              <a:gd name="connsiteX3" fmla="*/ 0 w 11277599"/>
              <a:gd name="connsiteY3" fmla="*/ 4635132 h 463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77599" h="4635132">
                <a:moveTo>
                  <a:pt x="0" y="0"/>
                </a:moveTo>
                <a:lnTo>
                  <a:pt x="11277599" y="0"/>
                </a:lnTo>
                <a:lnTo>
                  <a:pt x="11277599" y="4635132"/>
                </a:lnTo>
                <a:lnTo>
                  <a:pt x="0" y="4635132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BF7E-147C-6341-BC41-9CD702BF27A4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706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0479DD-A0BA-AA89-DDD7-389158DBDE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0"/>
            <a:ext cx="11277599" cy="3778270"/>
          </a:xfrm>
          <a:custGeom>
            <a:avLst/>
            <a:gdLst>
              <a:gd name="connsiteX0" fmla="*/ 0 w 11277599"/>
              <a:gd name="connsiteY0" fmla="*/ 0 h 3778270"/>
              <a:gd name="connsiteX1" fmla="*/ 11277599 w 11277599"/>
              <a:gd name="connsiteY1" fmla="*/ 0 h 3778270"/>
              <a:gd name="connsiteX2" fmla="*/ 11277599 w 11277599"/>
              <a:gd name="connsiteY2" fmla="*/ 3778270 h 3778270"/>
              <a:gd name="connsiteX3" fmla="*/ 0 w 11277599"/>
              <a:gd name="connsiteY3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77599" h="3778270">
                <a:moveTo>
                  <a:pt x="0" y="0"/>
                </a:moveTo>
                <a:lnTo>
                  <a:pt x="11277599" y="0"/>
                </a:lnTo>
                <a:lnTo>
                  <a:pt x="11277599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4797-7BFA-AF41-B0FD-27439961D432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821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24550"/>
            <a:ext cx="2953618" cy="189280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E0ED5-11C7-7B9A-094F-74ACD2BD65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44C33-476D-2FA5-6049-243F9EED59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4503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AA38EB8-1A22-BB98-95BD-0FA0BF90A4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3079730"/>
            <a:ext cx="11277599" cy="3778270"/>
          </a:xfrm>
          <a:custGeom>
            <a:avLst/>
            <a:gdLst>
              <a:gd name="connsiteX0" fmla="*/ 0 w 11277599"/>
              <a:gd name="connsiteY0" fmla="*/ 0 h 3778270"/>
              <a:gd name="connsiteX1" fmla="*/ 11277599 w 11277599"/>
              <a:gd name="connsiteY1" fmla="*/ 0 h 3778270"/>
              <a:gd name="connsiteX2" fmla="*/ 11277599 w 11277599"/>
              <a:gd name="connsiteY2" fmla="*/ 3778270 h 3778270"/>
              <a:gd name="connsiteX3" fmla="*/ 0 w 11277599"/>
              <a:gd name="connsiteY3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77599" h="3778270">
                <a:moveTo>
                  <a:pt x="0" y="0"/>
                </a:moveTo>
                <a:lnTo>
                  <a:pt x="11277599" y="0"/>
                </a:lnTo>
                <a:lnTo>
                  <a:pt x="11277599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217D1-5F61-46B4-0983-737DA92474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1E01DA5-79BA-9843-812A-1D291236B2D5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3779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10972802" cy="970463"/>
          </a:xfrm>
        </p:spPr>
        <p:txBody>
          <a:bodyPr anchor="t" anchorCtr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432304"/>
            <a:ext cx="6172200" cy="4425696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37744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34884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816352"/>
            <a:ext cx="4672584" cy="404164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43600" y="745038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5D90-95F2-EC4D-8FE8-8AF1BFFF8468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263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24550"/>
            <a:ext cx="3657603" cy="145389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816352"/>
            <a:ext cx="3490176" cy="404164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745038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C69C4-393D-7141-A952-E39D7D33CF18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3102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93776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CABFDD54-7FCC-94D8-5F3F-6AD39D06CF0E}"/>
              </a:ext>
            </a:extLst>
          </p:cNvPr>
          <p:cNvSpPr/>
          <p:nvPr userDrawn="1"/>
        </p:nvSpPr>
        <p:spPr>
          <a:xfrm>
            <a:off x="10353938" y="772938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Financial growth &amp; strategy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5840" y="1188720"/>
            <a:ext cx="10826496" cy="433425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34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98B3353-93ED-F345-983F-1E3122896518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406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382" y="5029200"/>
            <a:ext cx="4114800" cy="137160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 b="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7B47BFD4-5045-C86F-527C-E82E08D2D309}"/>
              </a:ext>
            </a:extLst>
          </p:cNvPr>
          <p:cNvSpPr/>
          <p:nvPr userDrawn="1"/>
        </p:nvSpPr>
        <p:spPr>
          <a:xfrm>
            <a:off x="10353938" y="772938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Financial growth &amp; strategy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5840" y="1012372"/>
            <a:ext cx="8954589" cy="4474030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34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E533B290-B5C6-8D47-8ABF-069FEA5C0A3F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0117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34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F454-88FE-9842-9228-BDA42990EB7E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4812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93776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Financial growth &amp; strategy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34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EF4B4973-072D-FE47-B1F3-6529C0949E24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77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5">
            <a:extLst>
              <a:ext uri="{FF2B5EF4-FFF2-40B4-BE49-F238E27FC236}">
                <a16:creationId xmlns:a16="http://schemas.microsoft.com/office/drawing/2014/main" id="{8198CE90-66E0-4E65-4821-4E3117A2C90A}"/>
              </a:ext>
            </a:extLst>
          </p:cNvPr>
          <p:cNvSpPr/>
          <p:nvPr userDrawn="1"/>
        </p:nvSpPr>
        <p:spPr>
          <a:xfrm>
            <a:off x="898741" y="2948941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00400" y="630936"/>
            <a:ext cx="8412480" cy="5605272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5400" b="1" cap="all" baseline="0">
                <a:solidFill>
                  <a:schemeClr val="accent2"/>
                </a:solidFill>
                <a:latin typeface="+mj-lt"/>
              </a:defRPr>
            </a:lvl1pPr>
            <a:lvl2pPr marL="228600" indent="0">
              <a:lnSpc>
                <a:spcPct val="80000"/>
              </a:lnSpc>
              <a:buNone/>
              <a:defRPr sz="4800" b="1" cap="all" baseline="0">
                <a:solidFill>
                  <a:schemeClr val="accent2"/>
                </a:solidFill>
                <a:latin typeface="+mj-lt"/>
              </a:defRPr>
            </a:lvl2pPr>
            <a:lvl3pPr marL="457200" indent="0">
              <a:lnSpc>
                <a:spcPct val="80000"/>
              </a:lnSpc>
              <a:buNone/>
              <a:defRPr sz="4400" b="1" cap="all" baseline="0">
                <a:solidFill>
                  <a:schemeClr val="accent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305164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5">
            <a:extLst>
              <a:ext uri="{FF2B5EF4-FFF2-40B4-BE49-F238E27FC236}">
                <a16:creationId xmlns:a16="http://schemas.microsoft.com/office/drawing/2014/main" id="{5173967F-600B-46DD-8ECE-BC2E9D1216A9}"/>
              </a:ext>
            </a:extLst>
          </p:cNvPr>
          <p:cNvSpPr/>
          <p:nvPr userDrawn="1"/>
        </p:nvSpPr>
        <p:spPr>
          <a:xfrm>
            <a:off x="10424160" y="804672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58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000" b="1" cap="all" baseline="0">
                <a:latin typeface="+mj-lt"/>
              </a:defRPr>
            </a:lvl1pPr>
            <a:lvl2pPr marL="228600" indent="0">
              <a:lnSpc>
                <a:spcPct val="80000"/>
              </a:lnSpc>
              <a:buNone/>
              <a:defRPr sz="4400" b="1" cap="all" baseline="0">
                <a:latin typeface="+mj-lt"/>
              </a:defRPr>
            </a:lvl2pPr>
            <a:lvl3pPr marL="457200" indent="0">
              <a:lnSpc>
                <a:spcPct val="80000"/>
              </a:lnSpc>
              <a:buNone/>
              <a:defRPr sz="4000" b="1" cap="all" baseline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730477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5">
            <a:extLst>
              <a:ext uri="{FF2B5EF4-FFF2-40B4-BE49-F238E27FC236}">
                <a16:creationId xmlns:a16="http://schemas.microsoft.com/office/drawing/2014/main" id="{242D7982-072B-9FE0-4910-65F15FB512E4}"/>
              </a:ext>
            </a:extLst>
          </p:cNvPr>
          <p:cNvSpPr/>
          <p:nvPr userDrawn="1"/>
        </p:nvSpPr>
        <p:spPr>
          <a:xfrm>
            <a:off x="898741" y="882337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743200" y="82296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buNone/>
              <a:defRPr sz="5000" b="1" cap="all" baseline="0">
                <a:latin typeface="+mj-lt"/>
              </a:defRPr>
            </a:lvl1pPr>
            <a:lvl2pPr marL="228600" indent="0">
              <a:lnSpc>
                <a:spcPct val="80000"/>
              </a:lnSpc>
              <a:buNone/>
              <a:defRPr sz="4400" b="1" cap="all" baseline="0">
                <a:latin typeface="+mj-lt"/>
              </a:defRPr>
            </a:lvl2pPr>
            <a:lvl3pPr marL="457200" indent="0">
              <a:lnSpc>
                <a:spcPct val="80000"/>
              </a:lnSpc>
              <a:buNone/>
              <a:defRPr sz="4000" b="1" cap="all" baseline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30319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5">
            <a:extLst>
              <a:ext uri="{FF2B5EF4-FFF2-40B4-BE49-F238E27FC236}">
                <a16:creationId xmlns:a16="http://schemas.microsoft.com/office/drawing/2014/main" id="{1C712D1A-0169-4C4A-48F0-A516F481AEC2}"/>
              </a:ext>
            </a:extLst>
          </p:cNvPr>
          <p:cNvSpPr/>
          <p:nvPr userDrawn="1"/>
        </p:nvSpPr>
        <p:spPr>
          <a:xfrm>
            <a:off x="10446967" y="2948941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5555105"/>
            <a:ext cx="8970264" cy="466344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600200"/>
            <a:ext cx="9198864" cy="3657600"/>
          </a:xfrm>
        </p:spPr>
        <p:txBody>
          <a:bodyPr anchor="ctr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771402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5">
            <a:extLst>
              <a:ext uri="{FF2B5EF4-FFF2-40B4-BE49-F238E27FC236}">
                <a16:creationId xmlns:a16="http://schemas.microsoft.com/office/drawing/2014/main" id="{D491DC0B-4002-93D2-4BD6-C344193FAAE2}"/>
              </a:ext>
            </a:extLst>
          </p:cNvPr>
          <p:cNvSpPr/>
          <p:nvPr userDrawn="1"/>
        </p:nvSpPr>
        <p:spPr>
          <a:xfrm>
            <a:off x="9586804" y="2948941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5555105"/>
            <a:ext cx="6858000" cy="466344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600200"/>
            <a:ext cx="6858000" cy="3657600"/>
          </a:xfrm>
        </p:spPr>
        <p:txBody>
          <a:bodyPr anchor="ctr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9429070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5">
            <a:extLst>
              <a:ext uri="{FF2B5EF4-FFF2-40B4-BE49-F238E27FC236}">
                <a16:creationId xmlns:a16="http://schemas.microsoft.com/office/drawing/2014/main" id="{D491DC0B-4002-93D2-4BD6-C344193FAAE2}"/>
              </a:ext>
            </a:extLst>
          </p:cNvPr>
          <p:cNvSpPr/>
          <p:nvPr userDrawn="1"/>
        </p:nvSpPr>
        <p:spPr>
          <a:xfrm>
            <a:off x="814034" y="2948941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0" y="5555105"/>
            <a:ext cx="6858000" cy="466344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67000" y="1600200"/>
            <a:ext cx="6858000" cy="3657600"/>
          </a:xfrm>
        </p:spPr>
        <p:txBody>
          <a:bodyPr anchor="ctr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564759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6740" y="2391803"/>
            <a:ext cx="3545443" cy="3535050"/>
          </a:xfrm>
        </p:spPr>
        <p:txBody>
          <a:bodyPr anchor="b" anchorCtr="0">
            <a:normAutofit/>
          </a:bodyPr>
          <a:lstStyle>
            <a:lvl1pPr algn="r">
              <a:lnSpc>
                <a:spcPct val="120000"/>
              </a:lnSpc>
              <a:defRPr sz="16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8741" y="2391803"/>
            <a:ext cx="6858000" cy="3657600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Graphic 15">
            <a:extLst>
              <a:ext uri="{FF2B5EF4-FFF2-40B4-BE49-F238E27FC236}">
                <a16:creationId xmlns:a16="http://schemas.microsoft.com/office/drawing/2014/main" id="{54F0C0C3-5E67-F29E-01EE-A832A6EEAF99}"/>
              </a:ext>
            </a:extLst>
          </p:cNvPr>
          <p:cNvSpPr/>
          <p:nvPr userDrawn="1"/>
        </p:nvSpPr>
        <p:spPr>
          <a:xfrm>
            <a:off x="898741" y="882337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5068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37613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71062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31195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5840" y="169164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5000" cap="all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B8E17D93-ED25-C0FA-40A8-386E97EC7693}"/>
              </a:ext>
            </a:extLst>
          </p:cNvPr>
          <p:cNvSpPr/>
          <p:nvPr userDrawn="1"/>
        </p:nvSpPr>
        <p:spPr>
          <a:xfrm>
            <a:off x="10446967" y="2948941"/>
            <a:ext cx="960120" cy="960118"/>
          </a:xfrm>
          <a:custGeom>
            <a:avLst/>
            <a:gdLst>
              <a:gd name="connsiteX0" fmla="*/ 531887 w 960120"/>
              <a:gd name="connsiteY0" fmla="*/ 40650 h 960118"/>
              <a:gd name="connsiteX1" fmla="*/ 563658 w 960120"/>
              <a:gd name="connsiteY1" fmla="*/ 167604 h 960118"/>
              <a:gd name="connsiteX2" fmla="*/ 654821 w 960120"/>
              <a:gd name="connsiteY2" fmla="*/ 73446 h 960118"/>
              <a:gd name="connsiteX3" fmla="*/ 744846 w 960120"/>
              <a:gd name="connsiteY3" fmla="*/ 125448 h 960118"/>
              <a:gd name="connsiteX4" fmla="*/ 708889 w 960120"/>
              <a:gd name="connsiteY4" fmla="*/ 251263 h 960118"/>
              <a:gd name="connsiteX5" fmla="*/ 834671 w 960120"/>
              <a:gd name="connsiteY5" fmla="*/ 215293 h 960118"/>
              <a:gd name="connsiteX6" fmla="*/ 886661 w 960120"/>
              <a:gd name="connsiteY6" fmla="*/ 305341 h 960118"/>
              <a:gd name="connsiteX7" fmla="*/ 792651 w 960120"/>
              <a:gd name="connsiteY7" fmla="*/ 396324 h 960118"/>
              <a:gd name="connsiteX8" fmla="*/ 919569 w 960120"/>
              <a:gd name="connsiteY8" fmla="*/ 428104 h 960118"/>
              <a:gd name="connsiteX9" fmla="*/ 919569 w 960120"/>
              <a:gd name="connsiteY9" fmla="*/ 532108 h 960118"/>
              <a:gd name="connsiteX10" fmla="*/ 792651 w 960120"/>
              <a:gd name="connsiteY10" fmla="*/ 563887 h 960118"/>
              <a:gd name="connsiteX11" fmla="*/ 886461 w 960120"/>
              <a:gd name="connsiteY11" fmla="*/ 655072 h 960118"/>
              <a:gd name="connsiteX12" fmla="*/ 834470 w 960120"/>
              <a:gd name="connsiteY12" fmla="*/ 745122 h 960118"/>
              <a:gd name="connsiteX13" fmla="*/ 708682 w 960120"/>
              <a:gd name="connsiteY13" fmla="*/ 709152 h 960118"/>
              <a:gd name="connsiteX14" fmla="*/ 744645 w 960120"/>
              <a:gd name="connsiteY14" fmla="*/ 834966 h 960118"/>
              <a:gd name="connsiteX15" fmla="*/ 654620 w 960120"/>
              <a:gd name="connsiteY15" fmla="*/ 886969 h 960118"/>
              <a:gd name="connsiteX16" fmla="*/ 563658 w 960120"/>
              <a:gd name="connsiteY16" fmla="*/ 792934 h 960118"/>
              <a:gd name="connsiteX17" fmla="*/ 531887 w 960120"/>
              <a:gd name="connsiteY17" fmla="*/ 919563 h 960118"/>
              <a:gd name="connsiteX18" fmla="*/ 427908 w 960120"/>
              <a:gd name="connsiteY18" fmla="*/ 919563 h 960118"/>
              <a:gd name="connsiteX19" fmla="*/ 396136 w 960120"/>
              <a:gd name="connsiteY19" fmla="*/ 792607 h 960118"/>
              <a:gd name="connsiteX20" fmla="*/ 305174 w 960120"/>
              <a:gd name="connsiteY20" fmla="*/ 886768 h 960118"/>
              <a:gd name="connsiteX21" fmla="*/ 215149 w 960120"/>
              <a:gd name="connsiteY21" fmla="*/ 834765 h 960118"/>
              <a:gd name="connsiteX22" fmla="*/ 251110 w 960120"/>
              <a:gd name="connsiteY22" fmla="*/ 708951 h 960118"/>
              <a:gd name="connsiteX23" fmla="*/ 125326 w 960120"/>
              <a:gd name="connsiteY23" fmla="*/ 744921 h 960118"/>
              <a:gd name="connsiteX24" fmla="*/ 73337 w 960120"/>
              <a:gd name="connsiteY24" fmla="*/ 654871 h 960118"/>
              <a:gd name="connsiteX25" fmla="*/ 167350 w 960120"/>
              <a:gd name="connsiteY25" fmla="*/ 563887 h 960118"/>
              <a:gd name="connsiteX26" fmla="*/ 40548 w 960120"/>
              <a:gd name="connsiteY26" fmla="*/ 532108 h 960118"/>
              <a:gd name="connsiteX27" fmla="*/ 40548 w 960120"/>
              <a:gd name="connsiteY27" fmla="*/ 428104 h 960118"/>
              <a:gd name="connsiteX28" fmla="*/ 167471 w 960120"/>
              <a:gd name="connsiteY28" fmla="*/ 396324 h 960118"/>
              <a:gd name="connsiteX29" fmla="*/ 73337 w 960120"/>
              <a:gd name="connsiteY29" fmla="*/ 305341 h 960118"/>
              <a:gd name="connsiteX30" fmla="*/ 125326 w 960120"/>
              <a:gd name="connsiteY30" fmla="*/ 215293 h 960118"/>
              <a:gd name="connsiteX31" fmla="*/ 251110 w 960120"/>
              <a:gd name="connsiteY31" fmla="*/ 251263 h 960118"/>
              <a:gd name="connsiteX32" fmla="*/ 215149 w 960120"/>
              <a:gd name="connsiteY32" fmla="*/ 125448 h 960118"/>
              <a:gd name="connsiteX33" fmla="*/ 305174 w 960120"/>
              <a:gd name="connsiteY33" fmla="*/ 73446 h 960118"/>
              <a:gd name="connsiteX34" fmla="*/ 396136 w 960120"/>
              <a:gd name="connsiteY34" fmla="*/ 167481 h 960118"/>
              <a:gd name="connsiteX35" fmla="*/ 427908 w 960120"/>
              <a:gd name="connsiteY35" fmla="*/ 40650 h 960118"/>
              <a:gd name="connsiteX36" fmla="*/ 531887 w 960120"/>
              <a:gd name="connsiteY36" fmla="*/ 40650 h 96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0120" h="960118">
                <a:moveTo>
                  <a:pt x="531887" y="40650"/>
                </a:moveTo>
                <a:lnTo>
                  <a:pt x="563658" y="167604"/>
                </a:lnTo>
                <a:lnTo>
                  <a:pt x="654821" y="73446"/>
                </a:lnTo>
                <a:cubicBezTo>
                  <a:pt x="693589" y="33366"/>
                  <a:pt x="760183" y="71778"/>
                  <a:pt x="744846" y="125448"/>
                </a:cubicBezTo>
                <a:lnTo>
                  <a:pt x="708889" y="251263"/>
                </a:lnTo>
                <a:lnTo>
                  <a:pt x="834671" y="215293"/>
                </a:lnTo>
                <a:cubicBezTo>
                  <a:pt x="888331" y="199952"/>
                  <a:pt x="926729" y="266563"/>
                  <a:pt x="886661" y="305341"/>
                </a:cubicBezTo>
                <a:lnTo>
                  <a:pt x="792651" y="396324"/>
                </a:lnTo>
                <a:lnTo>
                  <a:pt x="919569" y="428104"/>
                </a:lnTo>
                <a:cubicBezTo>
                  <a:pt x="973637" y="441653"/>
                  <a:pt x="973637" y="518558"/>
                  <a:pt x="919569" y="532108"/>
                </a:cubicBezTo>
                <a:lnTo>
                  <a:pt x="792651" y="563887"/>
                </a:lnTo>
                <a:lnTo>
                  <a:pt x="886461" y="655072"/>
                </a:lnTo>
                <a:cubicBezTo>
                  <a:pt x="926528" y="693853"/>
                  <a:pt x="888124" y="760465"/>
                  <a:pt x="834470" y="745122"/>
                </a:cubicBezTo>
                <a:lnTo>
                  <a:pt x="708682" y="709152"/>
                </a:lnTo>
                <a:lnTo>
                  <a:pt x="744645" y="834966"/>
                </a:lnTo>
                <a:cubicBezTo>
                  <a:pt x="759982" y="888638"/>
                  <a:pt x="693389" y="927049"/>
                  <a:pt x="654620" y="886969"/>
                </a:cubicBezTo>
                <a:lnTo>
                  <a:pt x="563658" y="792934"/>
                </a:lnTo>
                <a:lnTo>
                  <a:pt x="531887" y="919563"/>
                </a:lnTo>
                <a:cubicBezTo>
                  <a:pt x="518341" y="973637"/>
                  <a:pt x="441454" y="973637"/>
                  <a:pt x="427908" y="919563"/>
                </a:cubicBezTo>
                <a:lnTo>
                  <a:pt x="396136" y="792607"/>
                </a:lnTo>
                <a:lnTo>
                  <a:pt x="305174" y="886768"/>
                </a:lnTo>
                <a:cubicBezTo>
                  <a:pt x="266406" y="926848"/>
                  <a:pt x="199812" y="888431"/>
                  <a:pt x="215149" y="834765"/>
                </a:cubicBezTo>
                <a:lnTo>
                  <a:pt x="251110" y="708951"/>
                </a:lnTo>
                <a:lnTo>
                  <a:pt x="125326" y="744921"/>
                </a:lnTo>
                <a:cubicBezTo>
                  <a:pt x="71669" y="760258"/>
                  <a:pt x="33266" y="693646"/>
                  <a:pt x="73337" y="654871"/>
                </a:cubicBezTo>
                <a:lnTo>
                  <a:pt x="167350" y="563887"/>
                </a:lnTo>
                <a:lnTo>
                  <a:pt x="40548" y="532108"/>
                </a:lnTo>
                <a:cubicBezTo>
                  <a:pt x="-13516" y="518558"/>
                  <a:pt x="-13516" y="441653"/>
                  <a:pt x="40548" y="428104"/>
                </a:cubicBezTo>
                <a:lnTo>
                  <a:pt x="167471" y="396324"/>
                </a:lnTo>
                <a:lnTo>
                  <a:pt x="73337" y="305341"/>
                </a:lnTo>
                <a:cubicBezTo>
                  <a:pt x="33266" y="266563"/>
                  <a:pt x="71669" y="199952"/>
                  <a:pt x="125326" y="215293"/>
                </a:cubicBezTo>
                <a:lnTo>
                  <a:pt x="251110" y="251263"/>
                </a:lnTo>
                <a:lnTo>
                  <a:pt x="215149" y="125448"/>
                </a:lnTo>
                <a:cubicBezTo>
                  <a:pt x="199812" y="71778"/>
                  <a:pt x="266406" y="33366"/>
                  <a:pt x="305174" y="73446"/>
                </a:cubicBezTo>
                <a:lnTo>
                  <a:pt x="396136" y="167481"/>
                </a:lnTo>
                <a:lnTo>
                  <a:pt x="427908" y="40650"/>
                </a:lnTo>
                <a:cubicBezTo>
                  <a:pt x="441454" y="-13550"/>
                  <a:pt x="518341" y="-13550"/>
                  <a:pt x="531887" y="40650"/>
                </a:cubicBezTo>
                <a:close/>
              </a:path>
            </a:pathLst>
          </a:custGeom>
          <a:solidFill>
            <a:schemeClr val="accent5"/>
          </a:solidFill>
          <a:ln w="62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1619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01168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01168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9A52-95CD-864C-9AC0-39E6F433EBE0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921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1033272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1825625"/>
            <a:ext cx="49377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1825625"/>
            <a:ext cx="49377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7A67-95BB-1D4D-AA19-684C53BDED86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1112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97602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677886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7602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677886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91E03-3989-394E-8A68-5CA370D23F29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8851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5CBE-0220-1B4B-83AA-5ADCBC820998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3626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574FA-5216-B749-B665-B8297F8D4551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3785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378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65176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735099"/>
            <a:ext cx="6440258" cy="575510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8E80-A619-B749-AD4E-41A72DA2F774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063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7655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3108960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02055" y="857805"/>
            <a:ext cx="6475546" cy="6000196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0D5AD-06D5-A444-AB53-2AB8998EE42F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0353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68880"/>
            <a:ext cx="1036320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7E134A4-0AB7-0E2A-5256-EC30AC53A1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1" y="0"/>
            <a:ext cx="11277598" cy="2244436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4023360"/>
            <a:ext cx="10363200" cy="258145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3650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68880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7E134A4-0AB7-0E2A-5256-EC30AC53A1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1" y="0"/>
            <a:ext cx="11277598" cy="2244436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4023360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0023342" y="4114800"/>
            <a:ext cx="3494314" cy="365125"/>
          </a:xfrm>
        </p:spPr>
        <p:txBody>
          <a:bodyPr/>
          <a:lstStyle/>
          <a:p>
            <a:fld id="{6989D6DA-E681-E44C-BE69-F20FBEF801EE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2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21224-11F4-1340-8BF5-0F565342CD23}" type="datetime1">
              <a:rPr lang="en-US" smtClean="0"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897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04672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303414" y="3323945"/>
            <a:ext cx="5466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Financial growth &amp; strategy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09201" y="6239691"/>
            <a:ext cx="4617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920240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0023342" y="2335827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9569BAE8-AEA7-734C-A9E8-22BCC02DA154}" type="datetime1">
              <a:rPr lang="en-US" smtClean="0"/>
              <a:pPr/>
              <a:t>4/13/2026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99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807" r:id="rId30"/>
    <p:sldLayoutId id="2147483808" r:id="rId31"/>
    <p:sldLayoutId id="2147483809" r:id="rId32"/>
    <p:sldLayoutId id="2147483810" r:id="rId33"/>
    <p:sldLayoutId id="2147483811" r:id="rId34"/>
    <p:sldLayoutId id="2147483812" r:id="rId35"/>
    <p:sldLayoutId id="2147483813" r:id="rId36"/>
    <p:sldLayoutId id="2147483814" r:id="rId37"/>
    <p:sldLayoutId id="2147483815" r:id="rId38"/>
    <p:sldLayoutId id="2147483816" r:id="rId39"/>
    <p:sldLayoutId id="2147483817" r:id="rId40"/>
    <p:sldLayoutId id="2147483818" r:id="rId41"/>
    <p:sldLayoutId id="2147483819" r:id="rId42"/>
    <p:sldLayoutId id="2147483820" r:id="rId43"/>
    <p:sldLayoutId id="2147483821" r:id="rId44"/>
    <p:sldLayoutId id="2147483822" r:id="rId45"/>
    <p:sldLayoutId id="2147483823" r:id="rId46"/>
    <p:sldLayoutId id="2147483824" r:id="rId47"/>
    <p:sldLayoutId id="2147483825" r:id="rId48"/>
    <p:sldLayoutId id="2147483838" r:id="rId49"/>
    <p:sldLayoutId id="2147483839" r:id="rId50"/>
    <p:sldLayoutId id="2147483826" r:id="rId51"/>
    <p:sldLayoutId id="2147483827" r:id="rId52"/>
    <p:sldLayoutId id="2147483828" r:id="rId53"/>
    <p:sldLayoutId id="2147483829" r:id="rId54"/>
    <p:sldLayoutId id="2147483830" r:id="rId55"/>
    <p:sldLayoutId id="2147483831" r:id="rId56"/>
    <p:sldLayoutId id="2147483832" r:id="rId57"/>
    <p:sldLayoutId id="2147483833" r:id="rId58"/>
    <p:sldLayoutId id="2147483834" r:id="rId59"/>
    <p:sldLayoutId id="2147483835" r:id="rId60"/>
    <p:sldLayoutId id="2147483836" r:id="rId61"/>
    <p:sldLayoutId id="2147483837" r:id="rId62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1" kern="1200" cap="all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F593-8992-5466-53D3-61D47BCCB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017476"/>
            <a:ext cx="11045952" cy="1916980"/>
          </a:xfrm>
        </p:spPr>
        <p:txBody>
          <a:bodyPr/>
          <a:lstStyle/>
          <a:p>
            <a:r>
              <a:rPr lang="en-US" sz="5400" dirty="0"/>
              <a:t>India Personal Loan Landscape: A 21-Year Analysis (2004–2025)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C35-FF8C-75FD-771C-6B46A41DF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593899"/>
            <a:ext cx="10058400" cy="731520"/>
          </a:xfrm>
        </p:spPr>
        <p:txBody>
          <a:bodyPr/>
          <a:lstStyle/>
          <a:p>
            <a:r>
              <a:rPr lang="en-US" dirty="0"/>
              <a:t>Presented by Arshin Akram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AD61F6B-E583-47EB-C501-4503ECAE1D2E}"/>
              </a:ext>
            </a:extLst>
          </p:cNvPr>
          <p:cNvSpPr txBox="1">
            <a:spLocks/>
          </p:cNvSpPr>
          <p:nvPr/>
        </p:nvSpPr>
        <p:spPr>
          <a:xfrm>
            <a:off x="685800" y="5934456"/>
            <a:ext cx="646896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Regional Growth Hubs, ETL Pipeline, and Predictive Forecasting</a:t>
            </a:r>
          </a:p>
        </p:txBody>
      </p:sp>
    </p:spTree>
    <p:extLst>
      <p:ext uri="{BB962C8B-B14F-4D97-AF65-F5344CB8AC3E}">
        <p14:creationId xmlns:p14="http://schemas.microsoft.com/office/powerpoint/2010/main" val="386126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E6A4-E86C-DD58-8083-E32D0B0B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991" y="512064"/>
            <a:ext cx="3850203" cy="905256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1794F-455F-1D28-6D76-6276105730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059745" y="6239691"/>
            <a:ext cx="4923054" cy="365125"/>
          </a:xfrm>
        </p:spPr>
        <p:txBody>
          <a:bodyPr/>
          <a:lstStyle/>
          <a:p>
            <a:r>
              <a:rPr lang="en-IN" dirty="0"/>
              <a:t>RBI Data Analytics Project | 2004–2025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84B63-241D-7DDE-D9D2-E043039C29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09201" y="6239691"/>
            <a:ext cx="461734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0136D-CAF0-3806-280E-572511B784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1990" y="1760220"/>
            <a:ext cx="4938498" cy="333756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Bridging the Gap from Raw Data to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National Credit Explosion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Regional Hubs &amp; Market Concentration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Future Outlook &amp; Strategic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0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2485-2E83-6677-51BC-DE635869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04672"/>
            <a:ext cx="10332720" cy="100584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B608-766A-51F5-275D-4CB3E91B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32881" y="6239691"/>
            <a:ext cx="4049918" cy="365125"/>
          </a:xfrm>
        </p:spPr>
        <p:txBody>
          <a:bodyPr/>
          <a:lstStyle/>
          <a:p>
            <a:pPr algn="r"/>
            <a:r>
              <a:rPr lang="en-IN" dirty="0"/>
              <a:t>RBI Data Analytics Project | 2004–2025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856F0-7F14-D1F6-49AC-9F51E766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9201" y="6239691"/>
            <a:ext cx="461734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ED32A-4866-DDDB-0BEC-2B0F153A50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1825625"/>
            <a:ext cx="4937760" cy="4351338"/>
          </a:xfrm>
        </p:spPr>
        <p:txBody>
          <a:bodyPr/>
          <a:lstStyle/>
          <a:p>
            <a:r>
              <a:rPr lang="en-IN" b="1" dirty="0"/>
              <a:t>The Dataset</a:t>
            </a:r>
            <a:endParaRPr lang="en-US" b="1" dirty="0"/>
          </a:p>
          <a:p>
            <a:r>
              <a:rPr lang="en-US" dirty="0"/>
              <a:t>This project utilizes 21 years of historical data (2004–2025) sourced from the </a:t>
            </a:r>
            <a:r>
              <a:rPr lang="en-US" b="1" dirty="0"/>
              <a:t>Reserve Bank of India (RBI)</a:t>
            </a:r>
            <a:r>
              <a:rPr lang="en-US" dirty="0"/>
              <a:t>. The dataset provides a comprehensive look at scheduled commercial bank credit, specifically focusing on the Personal Loan segment across all Indian States and Union Territories.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6446D-CB1E-3606-3D60-BEB557163B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1825625"/>
            <a:ext cx="5059680" cy="4351338"/>
          </a:xfrm>
        </p:spPr>
        <p:txBody>
          <a:bodyPr/>
          <a:lstStyle/>
          <a:p>
            <a:r>
              <a:rPr lang="en-US" b="1" dirty="0"/>
              <a:t>The Objective</a:t>
            </a:r>
          </a:p>
          <a:p>
            <a:r>
              <a:rPr lang="en-US" dirty="0"/>
              <a:t>The goal was to transform fragmented, high-volume government reports into a unified interactive dashboard. By reconciling historical administrative changes and unpivoting complex raw data, this analysis identifies regional credit hubs and the long-term growth trajectories of India's retail lending market.</a:t>
            </a:r>
          </a:p>
        </p:txBody>
      </p:sp>
    </p:spTree>
    <p:extLst>
      <p:ext uri="{BB962C8B-B14F-4D97-AF65-F5344CB8AC3E}">
        <p14:creationId xmlns:p14="http://schemas.microsoft.com/office/powerpoint/2010/main" val="2782047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779C-B4B6-C429-5A06-4263BEAE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Bridging the Gap from Raw Data to Analysis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B88A9-6D2D-EB88-B939-53137D89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6430" y="6239691"/>
            <a:ext cx="5466369" cy="365125"/>
          </a:xfrm>
        </p:spPr>
        <p:txBody>
          <a:bodyPr/>
          <a:lstStyle/>
          <a:p>
            <a:r>
              <a:rPr lang="en-IN" dirty="0"/>
              <a:t>RBI Data Analytics Project | 2004–2025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51093-ECB9-E92A-BB39-C42055B0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FCAB8E-F34B-CCD8-BB8A-A829FB7A9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20240"/>
            <a:ext cx="10653579" cy="431945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The ETL Challenge (Power Query)</a:t>
            </a:r>
            <a:endParaRPr lang="en-US" dirty="0"/>
          </a:p>
          <a:p>
            <a:r>
              <a:rPr lang="en-US" b="1" dirty="0"/>
              <a:t>Unpivoting:</a:t>
            </a:r>
            <a:r>
              <a:rPr lang="en-US" dirty="0"/>
              <a:t> Transformed the RBI's "Wide" reporting format (where years were columns) into a "Long" time-series format. This was essential for dynamic filtering and trend analysis.</a:t>
            </a:r>
          </a:p>
          <a:p>
            <a:r>
              <a:rPr lang="en-US" b="1" dirty="0"/>
              <a:t>Scaling:</a:t>
            </a:r>
            <a:r>
              <a:rPr lang="en-US" dirty="0"/>
              <a:t> Normalized disbursement values to </a:t>
            </a:r>
            <a:r>
              <a:rPr lang="en-US" b="1" dirty="0"/>
              <a:t>₹ Crores</a:t>
            </a:r>
            <a:r>
              <a:rPr lang="en-US" dirty="0"/>
              <a:t> to ensure consistent financial labeling across the 21-year timeline.</a:t>
            </a:r>
          </a:p>
          <a:p>
            <a:endParaRPr lang="en-US" sz="1050" dirty="0"/>
          </a:p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Data Integrity &amp; Mapping</a:t>
            </a:r>
            <a:endParaRPr lang="en-US" dirty="0"/>
          </a:p>
          <a:p>
            <a:r>
              <a:rPr lang="en-US" b="1" dirty="0"/>
              <a:t>Administrative Reconciliation:</a:t>
            </a:r>
            <a:r>
              <a:rPr lang="en-US" dirty="0"/>
              <a:t> Manually resolved geographical shifts, specifically merging </a:t>
            </a:r>
            <a:r>
              <a:rPr lang="en-US" b="1" dirty="0"/>
              <a:t>Dadra &amp; Nagar Haveli</a:t>
            </a:r>
            <a:r>
              <a:rPr lang="en-US" dirty="0"/>
              <a:t> and </a:t>
            </a:r>
            <a:r>
              <a:rPr lang="en-US" b="1" dirty="0"/>
              <a:t>Daman &amp; Diu</a:t>
            </a:r>
            <a:r>
              <a:rPr lang="en-US" dirty="0"/>
              <a:t> to align with the current 36 States/UTs of India.</a:t>
            </a:r>
          </a:p>
          <a:p>
            <a:r>
              <a:rPr lang="en-US" b="1" dirty="0"/>
              <a:t>Cleaning:</a:t>
            </a:r>
            <a:r>
              <a:rPr lang="en-US" dirty="0"/>
              <a:t> Handled missing historical entries and standardized state naming conventions to ensure 100% accuracy in the geographic map visuals.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89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16BC-3C89-1B6B-BE6F-C02DCBE6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F745-0FBF-5D1C-72F1-846CB7E1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National Credit Explosion</a:t>
            </a:r>
            <a:endParaRPr lang="en-IN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1BC8A-2A50-83D6-41E7-58DB7AA8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6430" y="6239691"/>
            <a:ext cx="5466369" cy="365125"/>
          </a:xfrm>
        </p:spPr>
        <p:txBody>
          <a:bodyPr/>
          <a:lstStyle/>
          <a:p>
            <a:r>
              <a:rPr lang="en-IN" dirty="0"/>
              <a:t>RBI Data Analytics Project | 2004–2025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E0E6-C35A-1D14-E09A-2A4F1821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82983-8466-2DFE-C65A-4450E0F67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920240"/>
            <a:ext cx="5376671" cy="431945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The "Hockey Stick" Curve: </a:t>
            </a:r>
            <a:r>
              <a:rPr lang="en-US" dirty="0"/>
              <a:t>After a decade of steady growth, the market experienced an aggressive surge starting in 2021. This "Hockey Stick" curve reflects the massive adoption of digital lending and fintech platforms across India.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Market Scale: </a:t>
            </a:r>
            <a:r>
              <a:rPr lang="en-US" dirty="0"/>
              <a:t>The total analyzed disbursement reached </a:t>
            </a:r>
            <a:r>
              <a:rPr lang="en-US" b="1" dirty="0"/>
              <a:t>₹37.89M Cr</a:t>
            </a:r>
            <a:r>
              <a:rPr lang="en-US" dirty="0"/>
              <a:t>, with the post-2021 volume representing a significant portion of the 21-year historical total.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D02949-73CB-B029-F3BC-AD9287B43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0" t="29600" r="13975" b="7416"/>
          <a:stretch>
            <a:fillRect/>
          </a:stretch>
        </p:blipFill>
        <p:spPr>
          <a:xfrm>
            <a:off x="6409944" y="2022411"/>
            <a:ext cx="5572855" cy="30282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65D961-C720-5A81-21A9-DF24ECD036D5}"/>
              </a:ext>
            </a:extLst>
          </p:cNvPr>
          <p:cNvSpPr txBox="1"/>
          <p:nvPr/>
        </p:nvSpPr>
        <p:spPr>
          <a:xfrm>
            <a:off x="6409944" y="5116280"/>
            <a:ext cx="55728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Figure 1: 21-Year National Loan Growth (2004–2025) with Predictive Forecasting </a:t>
            </a:r>
          </a:p>
          <a:p>
            <a:pPr algn="ctr"/>
            <a:r>
              <a:rPr lang="en-US" sz="1100" i="1" dirty="0"/>
              <a:t>(Shaded Area).</a:t>
            </a:r>
            <a:endParaRPr lang="en-IN" sz="1100" i="1" dirty="0"/>
          </a:p>
        </p:txBody>
      </p:sp>
    </p:spTree>
    <p:extLst>
      <p:ext uri="{BB962C8B-B14F-4D97-AF65-F5344CB8AC3E}">
        <p14:creationId xmlns:p14="http://schemas.microsoft.com/office/powerpoint/2010/main" val="366819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0D55-C1C7-A354-16E5-11CD185B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3200F-FC34-F809-EE7D-75AF87D1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Regional Hubs &amp; Market Concentration</a:t>
            </a:r>
            <a:endParaRPr lang="en-IN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F8C82-73A9-C50B-7A77-0708680C8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6430" y="6239691"/>
            <a:ext cx="5466369" cy="365125"/>
          </a:xfrm>
        </p:spPr>
        <p:txBody>
          <a:bodyPr/>
          <a:lstStyle/>
          <a:p>
            <a:r>
              <a:rPr lang="en-IN" dirty="0"/>
              <a:t>RBI Data Analytics Project | 2004–2025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9AD6F-0ADC-C33A-B0C7-2B778272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A0C85D-0411-DFE7-B7FF-CDEDD6804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920240"/>
            <a:ext cx="6739127" cy="459382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/>
              <a:t>The Big Three: </a:t>
            </a:r>
            <a:r>
              <a:rPr lang="en-US" b="1" dirty="0"/>
              <a:t>Maharashtra (18.76%)</a:t>
            </a:r>
            <a:r>
              <a:rPr lang="en-US" dirty="0"/>
              <a:t>, </a:t>
            </a:r>
            <a:r>
              <a:rPr lang="en-US" b="1" dirty="0"/>
              <a:t>Karnataka (9.64%) and Tamil Nadu (9.43%)</a:t>
            </a:r>
            <a:r>
              <a:rPr lang="en-US" dirty="0"/>
              <a:t> consistently emerge as the primary engines of India's personal loan market, collectively commanding a massive portion of the national volume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Geographic Concentration:</a:t>
            </a:r>
            <a:r>
              <a:rPr lang="en-US" dirty="0"/>
              <a:t> Analysis shows that high credit velocity is concentrated in industrialized states with established financial hubs, though Tier 2 regions are showing emerging growth.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Dynamic Market Share:</a:t>
            </a:r>
            <a:r>
              <a:rPr lang="en-US" dirty="0"/>
              <a:t> Utilizing DAX, I calculated real-time market share percentages for all </a:t>
            </a:r>
            <a:r>
              <a:rPr lang="en-US" b="1" dirty="0"/>
              <a:t>36 States/UTs</a:t>
            </a:r>
            <a:r>
              <a:rPr lang="en-US" dirty="0"/>
              <a:t>, ensuring that every region—from the largest states to the smallest Union Territories—is accurately represented in the total </a:t>
            </a:r>
            <a:r>
              <a:rPr lang="en-US" b="1" dirty="0"/>
              <a:t>₹37.89M Cr</a:t>
            </a:r>
            <a:r>
              <a:rPr lang="en-US" dirty="0"/>
              <a:t> volume.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DD7DC8-671C-169A-0B8B-A6DD9B9D3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5" t="18800" r="30100" b="8206"/>
          <a:stretch>
            <a:fillRect/>
          </a:stretch>
        </p:blipFill>
        <p:spPr>
          <a:xfrm>
            <a:off x="7799832" y="1746504"/>
            <a:ext cx="4261104" cy="40997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E3069B-0D81-F50A-0299-7F7982154EBE}"/>
              </a:ext>
            </a:extLst>
          </p:cNvPr>
          <p:cNvSpPr txBox="1"/>
          <p:nvPr/>
        </p:nvSpPr>
        <p:spPr>
          <a:xfrm>
            <a:off x="7799832" y="5922523"/>
            <a:ext cx="42611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Figure 2: Geographic Credit Distribution &amp; Top-Tier Market Share.</a:t>
            </a:r>
            <a:endParaRPr lang="en-IN" sz="1100" i="1" dirty="0"/>
          </a:p>
        </p:txBody>
      </p:sp>
    </p:spTree>
    <p:extLst>
      <p:ext uri="{BB962C8B-B14F-4D97-AF65-F5344CB8AC3E}">
        <p14:creationId xmlns:p14="http://schemas.microsoft.com/office/powerpoint/2010/main" val="2338402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9F25-488D-EE91-9927-93753F66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3932-587B-7A68-BBA0-977D4C31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Future Outlook &amp; Strategic Summary</a:t>
            </a:r>
            <a:endParaRPr lang="en-IN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196D4-8003-9E31-1905-3DBA1452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6430" y="6239691"/>
            <a:ext cx="5466369" cy="365125"/>
          </a:xfrm>
        </p:spPr>
        <p:txBody>
          <a:bodyPr/>
          <a:lstStyle/>
          <a:p>
            <a:r>
              <a:rPr lang="en-IN" dirty="0"/>
              <a:t>RBI Data Analytics Project | 2004–2025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5917E-9FD9-6635-EF12-C473249E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CA9AEC-6E92-7CF1-820E-5F4D08062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Predictive Insights: </a:t>
            </a:r>
            <a:r>
              <a:rPr lang="en-US" dirty="0"/>
              <a:t>Utilizing </a:t>
            </a:r>
            <a:r>
              <a:rPr lang="en-US" b="1" dirty="0"/>
              <a:t>Exponential Smoothing</a:t>
            </a:r>
            <a:r>
              <a:rPr lang="en-US" dirty="0"/>
              <a:t> models, the analysis projects a continued upward trend in domestic credit demand. This suggests that the post-2021 momentum is not a temporary spike but a structural shift in India's borrowing behavior.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National Impact: </a:t>
            </a:r>
            <a:r>
              <a:rPr lang="en-US" dirty="0"/>
              <a:t>The transition from traditional banking to a high-velocity, digital-first credit ecosystem is visible nationwide. By reconciling </a:t>
            </a:r>
            <a:r>
              <a:rPr lang="en-US" b="1" dirty="0"/>
              <a:t>21 years</a:t>
            </a:r>
            <a:r>
              <a:rPr lang="en-US" dirty="0"/>
              <a:t> of fragmented data, this project provides a unified, "bank-grade" view of the factors driving India's </a:t>
            </a:r>
            <a:r>
              <a:rPr lang="en-US" b="1" dirty="0"/>
              <a:t>₹37.89M Cr</a:t>
            </a:r>
            <a:r>
              <a:rPr lang="en-US" dirty="0"/>
              <a:t> market.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Project Conclusion: </a:t>
            </a:r>
            <a:r>
              <a:rPr lang="en-US" dirty="0"/>
              <a:t>This analysis serves as a strategic roadmap for identifying emerging growth "hotspots" and understanding regional credit concentration across all </a:t>
            </a:r>
            <a:r>
              <a:rPr lang="en-US" b="1" dirty="0"/>
              <a:t>36 States/UTs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699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F6EA8E9-A4A7-7A9C-836B-D7877B2F3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017476"/>
            <a:ext cx="10058400" cy="232809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61136-72B3-06CE-A98D-72D2DED89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593899"/>
            <a:ext cx="10058400" cy="731520"/>
          </a:xfrm>
        </p:spPr>
        <p:txBody>
          <a:bodyPr/>
          <a:lstStyle/>
          <a:p>
            <a:r>
              <a:rPr lang="en-US" dirty="0"/>
              <a:t>Presented by Arshin Akram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48341"/>
      </p:ext>
    </p:extLst>
  </p:cSld>
  <p:clrMapOvr>
    <a:masterClrMapping/>
  </p:clrMapOvr>
</p:sld>
</file>

<file path=ppt/theme/theme1.xml><?xml version="1.0" encoding="utf-8"?>
<a:theme xmlns:a="http://schemas.openxmlformats.org/drawingml/2006/main" name="Trailblazer Block">
  <a:themeElements>
    <a:clrScheme name="Trailblazer Block">
      <a:dk1>
        <a:srgbClr val="123D2D"/>
      </a:dk1>
      <a:lt1>
        <a:srgbClr val="FFFFFF"/>
      </a:lt1>
      <a:dk2>
        <a:srgbClr val="0E2841"/>
      </a:dk2>
      <a:lt2>
        <a:srgbClr val="E8E8E8"/>
      </a:lt2>
      <a:accent1>
        <a:srgbClr val="000000"/>
      </a:accent1>
      <a:accent2>
        <a:srgbClr val="B5A84E"/>
      </a:accent2>
      <a:accent3>
        <a:srgbClr val="ACB4A2"/>
      </a:accent3>
      <a:accent4>
        <a:srgbClr val="E2DACC"/>
      </a:accent4>
      <a:accent5>
        <a:srgbClr val="B33E29"/>
      </a:accent5>
      <a:accent6>
        <a:srgbClr val="634E24"/>
      </a:accent6>
      <a:hlink>
        <a:srgbClr val="467886"/>
      </a:hlink>
      <a:folHlink>
        <a:srgbClr val="96607D"/>
      </a:folHlink>
    </a:clrScheme>
    <a:fontScheme name="Custom 45">
      <a:majorFont>
        <a:latin typeface="Aptos Mono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lblazer Block_Finance_win32_EF_v5" id="{D267C162-32E9-443F-A953-2975ACE013C2}" vid="{E087FD1A-7D2D-436F-9687-2EA521F575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Trailblazer block finance presentation</Template>
  <TotalTime>287</TotalTime>
  <Words>657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Mono</vt:lpstr>
      <vt:lpstr>Arial</vt:lpstr>
      <vt:lpstr>Trailblazer Block</vt:lpstr>
      <vt:lpstr>India Personal Loan Landscape: A 21-Year Analysis (2004–2025) </vt:lpstr>
      <vt:lpstr>Agenda </vt:lpstr>
      <vt:lpstr>Overview</vt:lpstr>
      <vt:lpstr>Bridging the Gap from Raw Data to Analysis</vt:lpstr>
      <vt:lpstr>The National Credit Explosion</vt:lpstr>
      <vt:lpstr>Regional Hubs &amp; Market Concentration</vt:lpstr>
      <vt:lpstr>Future Outlook &amp; Strategic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Arshin Akram</dc:creator>
  <cp:lastModifiedBy>Arshin Akram</cp:lastModifiedBy>
  <cp:revision>1</cp:revision>
  <dcterms:created xsi:type="dcterms:W3CDTF">2026-04-13T04:11:59Z</dcterms:created>
  <dcterms:modified xsi:type="dcterms:W3CDTF">2026-04-13T09:01:21Z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